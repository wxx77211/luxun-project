
<file path=[Content_Types].xml><?xml version="1.0" encoding="utf-8"?>
<Types xmlns="http://schemas.openxmlformats.org/package/2006/content-types">
  <Default Extension="jpeg" ContentType="image/jpeg"/>
  <Default Extension="JPG" ContentType="image/.jpg"/>
  <Default Extension="png" ContentType="image/png"/>
  <Default Extension="wdp" ContentType="image/vnd.ms-photo"/>
  <Default Extension="mp4" ContentType="video/mp4"/>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1.svg" ContentType="image/svg+xml"/>
  <Override PartName="/ppt/media/image22.svg" ContentType="image/svg+xml"/>
  <Override PartName="/ppt/media/image7.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
  </p:notesMasterIdLst>
  <p:sldIdLst>
    <p:sldId id="274" r:id="rId3"/>
    <p:sldId id="257" r:id="rId4"/>
    <p:sldId id="258" r:id="rId5"/>
    <p:sldId id="276" r:id="rId6"/>
    <p:sldId id="344" r:id="rId7"/>
    <p:sldId id="271" r:id="rId9"/>
    <p:sldId id="357" r:id="rId10"/>
    <p:sldId id="275" r:id="rId11"/>
    <p:sldId id="350" r:id="rId12"/>
    <p:sldId id="351" r:id="rId13"/>
    <p:sldId id="352" r:id="rId14"/>
    <p:sldId id="267" r:id="rId15"/>
    <p:sldId id="356" r:id="rId16"/>
    <p:sldId id="354" r:id="rId17"/>
    <p:sldId id="272" r:id="rId18"/>
    <p:sldId id="260" r:id="rId19"/>
    <p:sldId id="316" r:id="rId20"/>
    <p:sldId id="349" r:id="rId21"/>
    <p:sldId id="355" r:id="rId22"/>
    <p:sldId id="358" r:id="rId23"/>
    <p:sldId id="264" r:id="rId24"/>
    <p:sldId id="273" r:id="rId25"/>
  </p:sldIdLst>
  <p:sldSz cx="12192000" cy="6858000"/>
  <p:notesSz cx="6858000" cy="9144000"/>
  <p:custDataLst>
    <p:tags r:id="rId2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6" orient="horz" pos="2160" userDrawn="1">
          <p15:clr>
            <a:srgbClr val="A4A3A4"/>
          </p15:clr>
        </p15:guide>
        <p15:guide id="7" pos="387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13B6A"/>
    <a:srgbClr val="3D598B"/>
    <a:srgbClr val="284780"/>
    <a:srgbClr val="213B7A"/>
    <a:srgbClr val="DDE4EB"/>
    <a:srgbClr val="CCDBF4"/>
    <a:srgbClr val="E5EBF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30" autoAdjust="0"/>
    <p:restoredTop sz="94660"/>
  </p:normalViewPr>
  <p:slideViewPr>
    <p:cSldViewPr snapToGrid="0" showGuides="1">
      <p:cViewPr>
        <p:scale>
          <a:sx n="106" d="100"/>
          <a:sy n="106" d="100"/>
        </p:scale>
        <p:origin x="1704" y="1296"/>
      </p:cViewPr>
      <p:guideLst>
        <p:guide orient="horz" pos="2160"/>
        <p:guide pos="3877"/>
      </p:guideLst>
    </p:cSldViewPr>
  </p:slideViewPr>
  <p:notesTextViewPr>
    <p:cViewPr>
      <p:scale>
        <a:sx n="1" d="1"/>
        <a:sy n="1" d="1"/>
      </p:scale>
      <p:origin x="0" y="0"/>
    </p:cViewPr>
  </p:notesTextViewPr>
  <p:sorterViewPr>
    <p:cViewPr>
      <p:scale>
        <a:sx n="75" d="100"/>
        <a:sy n="75" d="100"/>
      </p:scale>
      <p:origin x="0" y="-801"/>
    </p:cViewPr>
  </p:sorterViewPr>
  <p:gridSpacing cx="36004" cy="36004"/>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notesMaster" Target="notesMasters/notesMaster1.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9" Type="http://schemas.openxmlformats.org/officeDocument/2006/relationships/tags" Target="tags/tag14.xml"/><Relationship Id="rId28" Type="http://schemas.openxmlformats.org/officeDocument/2006/relationships/tableStyles" Target="tableStyles.xml"/><Relationship Id="rId27" Type="http://schemas.openxmlformats.org/officeDocument/2006/relationships/viewProps" Target="viewProps.xml"/><Relationship Id="rId26" Type="http://schemas.openxmlformats.org/officeDocument/2006/relationships/presProps" Target="presProps.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937C3CC-CC23-49BB-B5EB-B8E3D71BECE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CEAAF62-10A1-48A8-BF59-4B3DDF8596AE}"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https://www.ypppt.com/</a:t>
            </a:r>
            <a:endParaRPr lang="zh-CN" altLang="en-US" dirty="0"/>
          </a:p>
        </p:txBody>
      </p:sp>
      <p:sp>
        <p:nvSpPr>
          <p:cNvPr id="4" name="灯片编号占位符 3"/>
          <p:cNvSpPr>
            <a:spLocks noGrp="1"/>
          </p:cNvSpPr>
          <p:nvPr>
            <p:ph type="sldNum" sz="quarter" idx="10"/>
          </p:nvPr>
        </p:nvSpPr>
        <p:spPr/>
        <p:txBody>
          <a:bodyPr/>
          <a:lstStyle/>
          <a:p>
            <a:pPr>
              <a:defRPr/>
            </a:pPr>
            <a:fld id="{198283FA-32E2-4FB6-9FB4-8EC7A6244042}"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C5BEA03F-71F9-4C64-8215-0D7C8F68E73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03C9575-00FC-4733-AEB9-C19B06A64BF1}"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C5BEA03F-71F9-4C64-8215-0D7C8F68E73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03C9575-00FC-4733-AEB9-C19B06A64BF1}" type="slidenum">
              <a:rPr lang="zh-CN" altLang="en-US" smtClean="0"/>
            </a:fld>
            <a:endParaRPr lang="zh-CN" altLang="en-US"/>
          </a:p>
        </p:txBody>
      </p:sp>
      <p:sp>
        <p:nvSpPr>
          <p:cNvPr id="9" name="图片占位符 8"/>
          <p:cNvSpPr>
            <a:spLocks noGrp="1"/>
          </p:cNvSpPr>
          <p:nvPr>
            <p:ph type="pic" sz="quarter" idx="13"/>
          </p:nvPr>
        </p:nvSpPr>
        <p:spPr>
          <a:xfrm>
            <a:off x="3698629" y="1986597"/>
            <a:ext cx="1927660" cy="1971069"/>
          </a:xfrm>
          <a:custGeom>
            <a:avLst/>
            <a:gdLst>
              <a:gd name="connsiteX0" fmla="*/ 963830 w 1927660"/>
              <a:gd name="connsiteY0" fmla="*/ 0 h 1971069"/>
              <a:gd name="connsiteX1" fmla="*/ 1927660 w 1927660"/>
              <a:gd name="connsiteY1" fmla="*/ 985535 h 1971069"/>
              <a:gd name="connsiteX2" fmla="*/ 1062376 w 1927660"/>
              <a:gd name="connsiteY2" fmla="*/ 1965982 h 1971069"/>
              <a:gd name="connsiteX3" fmla="*/ 963850 w 1927660"/>
              <a:gd name="connsiteY3" fmla="*/ 1971069 h 1971069"/>
              <a:gd name="connsiteX4" fmla="*/ 963810 w 1927660"/>
              <a:gd name="connsiteY4" fmla="*/ 1971069 h 1971069"/>
              <a:gd name="connsiteX5" fmla="*/ 865284 w 1927660"/>
              <a:gd name="connsiteY5" fmla="*/ 1965982 h 1971069"/>
              <a:gd name="connsiteX6" fmla="*/ 0 w 1927660"/>
              <a:gd name="connsiteY6" fmla="*/ 985535 h 1971069"/>
              <a:gd name="connsiteX7" fmla="*/ 963830 w 1927660"/>
              <a:gd name="connsiteY7" fmla="*/ 0 h 1971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27660" h="1971069">
                <a:moveTo>
                  <a:pt x="963830" y="0"/>
                </a:moveTo>
                <a:cubicBezTo>
                  <a:pt x="1496139" y="0"/>
                  <a:pt x="1927660" y="441239"/>
                  <a:pt x="1927660" y="985535"/>
                </a:cubicBezTo>
                <a:cubicBezTo>
                  <a:pt x="1927660" y="1495813"/>
                  <a:pt x="1548394" y="1915513"/>
                  <a:pt x="1062376" y="1965982"/>
                </a:cubicBezTo>
                <a:lnTo>
                  <a:pt x="963850" y="1971069"/>
                </a:lnTo>
                <a:lnTo>
                  <a:pt x="963810" y="1971069"/>
                </a:lnTo>
                <a:lnTo>
                  <a:pt x="865284" y="1965982"/>
                </a:lnTo>
                <a:cubicBezTo>
                  <a:pt x="379267" y="1915513"/>
                  <a:pt x="0" y="1495813"/>
                  <a:pt x="0" y="985535"/>
                </a:cubicBezTo>
                <a:cubicBezTo>
                  <a:pt x="0" y="441239"/>
                  <a:pt x="431521" y="0"/>
                  <a:pt x="963830" y="0"/>
                </a:cubicBezTo>
                <a:close/>
              </a:path>
            </a:pathLst>
          </a:custGeom>
          <a:effectLst>
            <a:outerShdw blurRad="190500" sx="102000" sy="102000" algn="ctr" rotWithShape="0">
              <a:prstClr val="black">
                <a:alpha val="20000"/>
              </a:prstClr>
            </a:outerShdw>
          </a:effectLst>
        </p:spPr>
        <p:txBody>
          <a:bodyPr wrap="square">
            <a:noAutofit/>
          </a:bodyPr>
          <a:lstStyle/>
          <a:p>
            <a:endParaRPr lang="zh-CN" altLang="en-US"/>
          </a:p>
        </p:txBody>
      </p:sp>
      <p:sp>
        <p:nvSpPr>
          <p:cNvPr id="12" name="图片占位符 11"/>
          <p:cNvSpPr>
            <a:spLocks noGrp="1"/>
          </p:cNvSpPr>
          <p:nvPr>
            <p:ph type="pic" sz="quarter" idx="14"/>
          </p:nvPr>
        </p:nvSpPr>
        <p:spPr>
          <a:xfrm>
            <a:off x="892424" y="1999465"/>
            <a:ext cx="1937412" cy="1937412"/>
          </a:xfrm>
          <a:custGeom>
            <a:avLst/>
            <a:gdLst>
              <a:gd name="connsiteX0" fmla="*/ 968706 w 1937412"/>
              <a:gd name="connsiteY0" fmla="*/ 0 h 1937412"/>
              <a:gd name="connsiteX1" fmla="*/ 1937412 w 1937412"/>
              <a:gd name="connsiteY1" fmla="*/ 968706 h 1937412"/>
              <a:gd name="connsiteX2" fmla="*/ 968706 w 1937412"/>
              <a:gd name="connsiteY2" fmla="*/ 1937412 h 1937412"/>
              <a:gd name="connsiteX3" fmla="*/ 0 w 1937412"/>
              <a:gd name="connsiteY3" fmla="*/ 968706 h 1937412"/>
              <a:gd name="connsiteX4" fmla="*/ 968706 w 1937412"/>
              <a:gd name="connsiteY4" fmla="*/ 0 h 19374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37412" h="1937412">
                <a:moveTo>
                  <a:pt x="968706" y="0"/>
                </a:moveTo>
                <a:cubicBezTo>
                  <a:pt x="1503708" y="0"/>
                  <a:pt x="1937412" y="433704"/>
                  <a:pt x="1937412" y="968706"/>
                </a:cubicBezTo>
                <a:cubicBezTo>
                  <a:pt x="1937412" y="1503708"/>
                  <a:pt x="1503708" y="1937412"/>
                  <a:pt x="968706" y="1937412"/>
                </a:cubicBezTo>
                <a:cubicBezTo>
                  <a:pt x="433704" y="1937412"/>
                  <a:pt x="0" y="1503708"/>
                  <a:pt x="0" y="968706"/>
                </a:cubicBezTo>
                <a:cubicBezTo>
                  <a:pt x="0" y="433704"/>
                  <a:pt x="433704" y="0"/>
                  <a:pt x="968706" y="0"/>
                </a:cubicBezTo>
                <a:close/>
              </a:path>
            </a:pathLst>
          </a:custGeom>
          <a:effectLst>
            <a:outerShdw blurRad="190500" sx="102000" sy="102000" algn="ctr" rotWithShape="0">
              <a:prstClr val="black">
                <a:alpha val="20000"/>
              </a:prstClr>
            </a:outerShdw>
          </a:effectLst>
        </p:spPr>
        <p:txBody>
          <a:bodyPr wrap="square">
            <a:noAutofit/>
          </a:bodyPr>
          <a:lstStyle/>
          <a:p>
            <a:endParaRPr lang="zh-CN" altLang="en-US"/>
          </a:p>
        </p:txBody>
      </p:sp>
      <p:sp>
        <p:nvSpPr>
          <p:cNvPr id="15" name="图片占位符 14"/>
          <p:cNvSpPr>
            <a:spLocks noGrp="1"/>
          </p:cNvSpPr>
          <p:nvPr>
            <p:ph type="pic" sz="quarter" idx="15"/>
          </p:nvPr>
        </p:nvSpPr>
        <p:spPr>
          <a:xfrm>
            <a:off x="6504834" y="1992886"/>
            <a:ext cx="1950570" cy="1950570"/>
          </a:xfrm>
          <a:custGeom>
            <a:avLst/>
            <a:gdLst>
              <a:gd name="connsiteX0" fmla="*/ 975285 w 1950570"/>
              <a:gd name="connsiteY0" fmla="*/ 0 h 1950570"/>
              <a:gd name="connsiteX1" fmla="*/ 1950570 w 1950570"/>
              <a:gd name="connsiteY1" fmla="*/ 975285 h 1950570"/>
              <a:gd name="connsiteX2" fmla="*/ 975285 w 1950570"/>
              <a:gd name="connsiteY2" fmla="*/ 1950570 h 1950570"/>
              <a:gd name="connsiteX3" fmla="*/ 0 w 1950570"/>
              <a:gd name="connsiteY3" fmla="*/ 975285 h 1950570"/>
              <a:gd name="connsiteX4" fmla="*/ 975285 w 1950570"/>
              <a:gd name="connsiteY4" fmla="*/ 0 h 19505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0570" h="1950570">
                <a:moveTo>
                  <a:pt x="975285" y="0"/>
                </a:moveTo>
                <a:cubicBezTo>
                  <a:pt x="1513920" y="0"/>
                  <a:pt x="1950570" y="436650"/>
                  <a:pt x="1950570" y="975285"/>
                </a:cubicBezTo>
                <a:cubicBezTo>
                  <a:pt x="1950570" y="1513920"/>
                  <a:pt x="1513920" y="1950570"/>
                  <a:pt x="975285" y="1950570"/>
                </a:cubicBezTo>
                <a:cubicBezTo>
                  <a:pt x="436650" y="1950570"/>
                  <a:pt x="0" y="1513920"/>
                  <a:pt x="0" y="975285"/>
                </a:cubicBezTo>
                <a:cubicBezTo>
                  <a:pt x="0" y="436650"/>
                  <a:pt x="436650" y="0"/>
                  <a:pt x="975285" y="0"/>
                </a:cubicBezTo>
                <a:close/>
              </a:path>
            </a:pathLst>
          </a:custGeom>
          <a:effectLst>
            <a:outerShdw blurRad="190500" sx="102000" sy="102000" algn="ctr" rotWithShape="0">
              <a:prstClr val="black">
                <a:alpha val="20000"/>
              </a:prstClr>
            </a:outerShdw>
          </a:effectLst>
        </p:spPr>
        <p:txBody>
          <a:bodyPr wrap="square">
            <a:noAutofit/>
          </a:bodyPr>
          <a:lstStyle/>
          <a:p>
            <a:endParaRPr lang="zh-CN" altLang="en-US"/>
          </a:p>
        </p:txBody>
      </p:sp>
      <p:sp>
        <p:nvSpPr>
          <p:cNvPr id="18" name="图片占位符 17"/>
          <p:cNvSpPr>
            <a:spLocks noGrp="1"/>
          </p:cNvSpPr>
          <p:nvPr>
            <p:ph type="pic" sz="quarter" idx="16"/>
          </p:nvPr>
        </p:nvSpPr>
        <p:spPr>
          <a:xfrm>
            <a:off x="9365433" y="1999466"/>
            <a:ext cx="1947158" cy="1945587"/>
          </a:xfrm>
          <a:custGeom>
            <a:avLst/>
            <a:gdLst>
              <a:gd name="connsiteX0" fmla="*/ 973579 w 1947158"/>
              <a:gd name="connsiteY0" fmla="*/ 0 h 1945587"/>
              <a:gd name="connsiteX1" fmla="*/ 1947158 w 1947158"/>
              <a:gd name="connsiteY1" fmla="*/ 972794 h 1945587"/>
              <a:gd name="connsiteX2" fmla="*/ 1073122 w 1947158"/>
              <a:gd name="connsiteY2" fmla="*/ 1940566 h 1945587"/>
              <a:gd name="connsiteX3" fmla="*/ 973599 w 1947158"/>
              <a:gd name="connsiteY3" fmla="*/ 1945587 h 1945587"/>
              <a:gd name="connsiteX4" fmla="*/ 973559 w 1947158"/>
              <a:gd name="connsiteY4" fmla="*/ 1945587 h 1945587"/>
              <a:gd name="connsiteX5" fmla="*/ 874036 w 1947158"/>
              <a:gd name="connsiteY5" fmla="*/ 1940566 h 1945587"/>
              <a:gd name="connsiteX6" fmla="*/ 0 w 1947158"/>
              <a:gd name="connsiteY6" fmla="*/ 972794 h 1945587"/>
              <a:gd name="connsiteX7" fmla="*/ 973579 w 1947158"/>
              <a:gd name="connsiteY7" fmla="*/ 0 h 19455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47158" h="1945587">
                <a:moveTo>
                  <a:pt x="973579" y="0"/>
                </a:moveTo>
                <a:cubicBezTo>
                  <a:pt x="1511272" y="0"/>
                  <a:pt x="1947158" y="435535"/>
                  <a:pt x="1947158" y="972794"/>
                </a:cubicBezTo>
                <a:cubicBezTo>
                  <a:pt x="1947158" y="1476474"/>
                  <a:pt x="1564055" y="1890749"/>
                  <a:pt x="1073122" y="1940566"/>
                </a:cubicBezTo>
                <a:lnTo>
                  <a:pt x="973599" y="1945587"/>
                </a:lnTo>
                <a:lnTo>
                  <a:pt x="973559" y="1945587"/>
                </a:lnTo>
                <a:lnTo>
                  <a:pt x="874036" y="1940566"/>
                </a:lnTo>
                <a:cubicBezTo>
                  <a:pt x="383103" y="1890749"/>
                  <a:pt x="0" y="1476474"/>
                  <a:pt x="0" y="972794"/>
                </a:cubicBezTo>
                <a:cubicBezTo>
                  <a:pt x="0" y="435535"/>
                  <a:pt x="435886" y="0"/>
                  <a:pt x="973579" y="0"/>
                </a:cubicBezTo>
                <a:close/>
              </a:path>
            </a:pathLst>
          </a:custGeom>
          <a:effectLst>
            <a:outerShdw blurRad="190500" sx="102000" sy="102000" algn="ctr" rotWithShape="0">
              <a:prstClr val="black">
                <a:alpha val="20000"/>
              </a:prstClr>
            </a:outerShdw>
          </a:effectLst>
        </p:spPr>
        <p:txBody>
          <a:bodyPr wrap="square">
            <a:noAutofit/>
          </a:bodyPr>
          <a:lstStyle/>
          <a:p>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2_标题幻灯片">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5" Type="http://schemas.openxmlformats.org/officeDocument/2006/relationships/theme" Target="../theme/theme1.xml"/><Relationship Id="rId4" Type="http://schemas.openxmlformats.org/officeDocument/2006/relationships/image" Target="../media/image1.png"/><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ea typeface="OPPOSans R" panose="00020600040101010101" pitchFamily="18" charset="-122"/>
              </a:defRPr>
            </a:lvl1pPr>
          </a:lstStyle>
          <a:p>
            <a:fld id="{C5BEA03F-71F9-4C64-8215-0D7C8F68E73C}"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ea typeface="OPPOSans R" panose="00020600040101010101" pitchFamily="18" charset="-122"/>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ea typeface="OPPOSans R" panose="00020600040101010101" pitchFamily="18" charset="-122"/>
              </a:defRPr>
            </a:lvl1pPr>
          </a:lstStyle>
          <a:p>
            <a:fld id="{403C9575-00FC-4733-AEB9-C19B06A64BF1}" type="slidenum">
              <a:rPr lang="zh-CN" altLang="en-US" smtClean="0"/>
            </a:fld>
            <a:endParaRPr lang="zh-CN" altLang="en-US"/>
          </a:p>
        </p:txBody>
      </p:sp>
      <p:sp>
        <p:nvSpPr>
          <p:cNvPr id="7" name="矩形 6"/>
          <p:cNvSpPr/>
          <p:nvPr userDrawn="1"/>
        </p:nvSpPr>
        <p:spPr>
          <a:xfrm>
            <a:off x="0" y="0"/>
            <a:ext cx="12192000" cy="6858000"/>
          </a:xfrm>
          <a:prstGeom prst="rect">
            <a:avLst/>
          </a:prstGeom>
          <a:blipFill dpi="0" rotWithShape="1">
            <a:blip r:embed="rId4">
              <a:alphaModFix amt="50000"/>
            </a:blip>
            <a:srcRect/>
            <a:stretch>
              <a:fillRect/>
            </a:stretch>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OPPOSans R" panose="00020600040101010101" pitchFamily="18" charset="-122"/>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4.wdp"/><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image" Target="../media/image5.jpe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8.jpeg"/><Relationship Id="rId1" Type="http://schemas.openxmlformats.org/officeDocument/2006/relationships/image" Target="../media/image2.jpe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3.xml"/><Relationship Id="rId1" Type="http://schemas.openxmlformats.org/officeDocument/2006/relationships/image" Target="../media/image9.jpeg"/></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image" Target="../media/image5.jpeg"/></Relationships>
</file>

<file path=ppt/slides/_rels/slide7.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14.png"/><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image" Target="../media/image2.jpeg"/></Relationships>
</file>

<file path=ppt/slides/_rels/slide8.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17.png"/><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image" Target="../media/image2.jpe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2.jpeg"/><Relationship Id="rId1" Type="http://schemas.openxmlformats.org/officeDocument/2006/relationships/image" Target="../media/image2.jpe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2.jpeg"/><Relationship Id="rId1" Type="http://schemas.openxmlformats.org/officeDocument/2006/relationships/image" Target="../media/image2.jpe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2.jpeg"/><Relationship Id="rId1" Type="http://schemas.openxmlformats.org/officeDocument/2006/relationships/image" Target="../media/image2.jpeg"/></Relationships>
</file>

<file path=ppt/slides/_rels/slide12.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21.jpeg"/><Relationship Id="rId3" Type="http://schemas.openxmlformats.org/officeDocument/2006/relationships/image" Target="../media/image20.jpeg"/><Relationship Id="rId2" Type="http://schemas.openxmlformats.org/officeDocument/2006/relationships/image" Target="../media/image19.jpeg"/><Relationship Id="rId1" Type="http://schemas.openxmlformats.org/officeDocument/2006/relationships/image" Target="../media/image18.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21.jpeg"/><Relationship Id="rId3" Type="http://schemas.openxmlformats.org/officeDocument/2006/relationships/image" Target="../media/image20.jpeg"/><Relationship Id="rId2" Type="http://schemas.openxmlformats.org/officeDocument/2006/relationships/image" Target="../media/image19.jpeg"/><Relationship Id="rId1" Type="http://schemas.openxmlformats.org/officeDocument/2006/relationships/image" Target="../media/image18.jpeg"/></Relationships>
</file>

<file path=ppt/slides/_rels/slide15.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22.svg"/><Relationship Id="rId2" Type="http://schemas.openxmlformats.org/officeDocument/2006/relationships/image" Target="../media/image6.png"/><Relationship Id="rId1" Type="http://schemas.openxmlformats.org/officeDocument/2006/relationships/image" Target="../media/image5.jpeg"/></Relationships>
</file>

<file path=ppt/slides/_rels/slide16.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s>
</file>

<file path=ppt/slides/_rels/slide17.xml.rels><?xml version="1.0" encoding="UTF-8" standalone="yes"?>
<Relationships xmlns="http://schemas.openxmlformats.org/package/2006/relationships"><Relationship Id="rId5" Type="http://schemas.openxmlformats.org/officeDocument/2006/relationships/slideLayout" Target="../slideLayouts/slideLayout3.xml"/><Relationship Id="rId4" Type="http://schemas.openxmlformats.org/officeDocument/2006/relationships/image" Target="../media/image23.png"/><Relationship Id="rId3" Type="http://schemas.openxmlformats.org/officeDocument/2006/relationships/tags" Target="../tags/tag9.xml"/><Relationship Id="rId2" Type="http://schemas.microsoft.com/office/2007/relationships/media" Target="../media/media1.mp4"/><Relationship Id="rId1" Type="http://schemas.openxmlformats.org/officeDocument/2006/relationships/video" Target="../media/media1.mp4"/></Relationships>
</file>

<file path=ppt/slides/_rels/slide18.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22.svg"/><Relationship Id="rId2" Type="http://schemas.openxmlformats.org/officeDocument/2006/relationships/image" Target="../media/image6.png"/><Relationship Id="rId1" Type="http://schemas.openxmlformats.org/officeDocument/2006/relationships/image" Target="../media/image5.jpeg"/></Relationships>
</file>

<file path=ppt/slides/_rels/slide19.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27.jpeg"/><Relationship Id="rId7" Type="http://schemas.openxmlformats.org/officeDocument/2006/relationships/image" Target="../media/image26.jpeg"/><Relationship Id="rId6" Type="http://schemas.openxmlformats.org/officeDocument/2006/relationships/image" Target="../media/image25.jpeg"/><Relationship Id="rId5" Type="http://schemas.openxmlformats.org/officeDocument/2006/relationships/image" Target="../media/image24.jpeg"/><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tags" Target="../tags/tag10.xml"/></Relationships>
</file>

<file path=ppt/slides/_rels/slide20.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31.jpeg"/><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image" Target="../media/image28.pn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33.png"/><Relationship Id="rId1" Type="http://schemas.openxmlformats.org/officeDocument/2006/relationships/image" Target="../media/image32.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4.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12192000" cy="6858000"/>
          </a:xfrm>
          <a:prstGeom prst="rect">
            <a:avLst/>
          </a:prstGeom>
          <a:solidFill>
            <a:srgbClr val="002060"/>
          </a:solidFill>
          <a:ln w="12700" cap="flat" cmpd="sng" algn="ctr">
            <a:solidFill>
              <a:schemeClr val="accent1"/>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266700" y="257951"/>
            <a:ext cx="11658600" cy="6342098"/>
          </a:xfrm>
          <a:prstGeom prst="rect">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图片 3"/>
          <p:cNvPicPr>
            <a:picLocks noChangeAspect="1"/>
          </p:cNvPicPr>
          <p:nvPr/>
        </p:nvPicPr>
        <p:blipFill>
          <a:blip r:embed="rId1">
            <a:extLst>
              <a:ext uri="{28A0092B-C50C-407E-A947-70E740481C1C}">
                <a14:useLocalDpi xmlns:a14="http://schemas.microsoft.com/office/drawing/2010/main" val="0"/>
              </a:ext>
            </a:extLst>
          </a:blip>
          <a:srcRect l="17664" t="1489" r="2738"/>
          <a:stretch>
            <a:fillRect/>
          </a:stretch>
        </p:blipFill>
        <p:spPr>
          <a:xfrm>
            <a:off x="0" y="244965"/>
            <a:ext cx="6755930" cy="6342098"/>
          </a:xfrm>
          <a:custGeom>
            <a:avLst/>
            <a:gdLst>
              <a:gd name="connsiteX0" fmla="*/ 0 w 8022758"/>
              <a:gd name="connsiteY0" fmla="*/ 0 h 6342098"/>
              <a:gd name="connsiteX1" fmla="*/ 8022758 w 8022758"/>
              <a:gd name="connsiteY1" fmla="*/ 0 h 6342098"/>
              <a:gd name="connsiteX2" fmla="*/ 8022758 w 8022758"/>
              <a:gd name="connsiteY2" fmla="*/ 6342098 h 6342098"/>
              <a:gd name="connsiteX3" fmla="*/ 0 w 8022758"/>
              <a:gd name="connsiteY3" fmla="*/ 6342098 h 6342098"/>
            </a:gdLst>
            <a:ahLst/>
            <a:cxnLst>
              <a:cxn ang="0">
                <a:pos x="connsiteX0" y="connsiteY0"/>
              </a:cxn>
              <a:cxn ang="0">
                <a:pos x="connsiteX1" y="connsiteY1"/>
              </a:cxn>
              <a:cxn ang="0">
                <a:pos x="connsiteX2" y="connsiteY2"/>
              </a:cxn>
              <a:cxn ang="0">
                <a:pos x="connsiteX3" y="connsiteY3"/>
              </a:cxn>
            </a:cxnLst>
            <a:rect l="l" t="t" r="r" b="b"/>
            <a:pathLst>
              <a:path w="8022758" h="6342098">
                <a:moveTo>
                  <a:pt x="0" y="0"/>
                </a:moveTo>
                <a:lnTo>
                  <a:pt x="8022758" y="0"/>
                </a:lnTo>
                <a:lnTo>
                  <a:pt x="8022758" y="6342098"/>
                </a:lnTo>
                <a:lnTo>
                  <a:pt x="0" y="6342098"/>
                </a:lnTo>
                <a:close/>
              </a:path>
            </a:pathLst>
          </a:custGeom>
        </p:spPr>
      </p:pic>
      <p:sp>
        <p:nvSpPr>
          <p:cNvPr id="5" name="矩形 4"/>
          <p:cNvSpPr/>
          <p:nvPr/>
        </p:nvSpPr>
        <p:spPr>
          <a:xfrm>
            <a:off x="2803358" y="244965"/>
            <a:ext cx="9388642" cy="6368070"/>
          </a:xfrm>
          <a:prstGeom prst="rect">
            <a:avLst/>
          </a:prstGeom>
          <a:gradFill>
            <a:gsLst>
              <a:gs pos="41000">
                <a:srgbClr val="FFFFFF"/>
              </a:gs>
              <a:gs pos="15934">
                <a:srgbClr val="FFFFFF">
                  <a:alpha val="40000"/>
                </a:srgbClr>
              </a:gs>
              <a:gs pos="31000">
                <a:srgbClr val="FFFFFF">
                  <a:alpha val="90000"/>
                </a:srgbClr>
              </a:gs>
              <a:gs pos="0">
                <a:schemeClr val="bg1">
                  <a:alpha val="0"/>
                </a:schemeClr>
              </a:gs>
              <a:gs pos="100000">
                <a:schemeClr val="bg1"/>
              </a:gs>
            </a:gsLst>
            <a:lin ang="0" scaled="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4976529" y="1477022"/>
            <a:ext cx="6540243" cy="1938992"/>
          </a:xfrm>
          <a:prstGeom prst="rect">
            <a:avLst/>
          </a:prstGeom>
        </p:spPr>
        <p:txBody>
          <a:bodyPr wrap="square">
            <a:spAutoFit/>
          </a:bodyPr>
          <a:lstStyle/>
          <a:p>
            <a:pPr algn="dist"/>
            <a:r>
              <a:rPr lang="en-US" altLang="zh-CN" sz="6000" dirty="0">
                <a:latin typeface="南宋书局体" panose="02000000000000000000" pitchFamily="2" charset="-122"/>
                <a:ea typeface="南宋书局体" panose="02000000000000000000" pitchFamily="2" charset="-122"/>
              </a:rPr>
              <a:t>AI</a:t>
            </a:r>
            <a:r>
              <a:rPr lang="zh-CN" altLang="zh-CN" sz="6000" dirty="0">
                <a:latin typeface="南宋书局体" panose="02000000000000000000" pitchFamily="2" charset="-122"/>
                <a:ea typeface="南宋书局体" panose="02000000000000000000" pitchFamily="2" charset="-122"/>
              </a:rPr>
              <a:t>赋能与课程可视化图谱实践</a:t>
            </a:r>
            <a:endParaRPr lang="en-US" altLang="zh-CN" sz="6000" dirty="0">
              <a:latin typeface="南宋书局体" panose="02000000000000000000" pitchFamily="2" charset="-122"/>
              <a:ea typeface="南宋书局体" panose="02000000000000000000" pitchFamily="2" charset="-122"/>
            </a:endParaRPr>
          </a:p>
        </p:txBody>
      </p:sp>
      <p:sp>
        <p:nvSpPr>
          <p:cNvPr id="7" name="矩形 6"/>
          <p:cNvSpPr/>
          <p:nvPr/>
        </p:nvSpPr>
        <p:spPr>
          <a:xfrm>
            <a:off x="4608095" y="4777499"/>
            <a:ext cx="7583905" cy="830997"/>
          </a:xfrm>
          <a:prstGeom prst="rect">
            <a:avLst/>
          </a:prstGeom>
        </p:spPr>
        <p:txBody>
          <a:bodyPr wrap="square">
            <a:spAutoFit/>
          </a:bodyPr>
          <a:lstStyle/>
          <a:p>
            <a:pPr algn="dist"/>
            <a:r>
              <a:rPr lang="zh-CN" altLang="en-US" sz="2400" dirty="0">
                <a:solidFill>
                  <a:srgbClr val="131835"/>
                </a:solidFill>
                <a:latin typeface="南宋书局体" panose="02000000000000000000" pitchFamily="2" charset="-122"/>
                <a:ea typeface="南宋书局体" panose="02000000000000000000" pitchFamily="2" charset="-122"/>
              </a:rPr>
              <a:t>项目组成员：韩思媛、唐清、杜依诺、杨佳琪、曹雨昕</a:t>
            </a:r>
            <a:endParaRPr lang="en-US" altLang="zh-CN" sz="2400" dirty="0">
              <a:solidFill>
                <a:srgbClr val="131835"/>
              </a:solidFill>
              <a:latin typeface="南宋书局体" panose="02000000000000000000" pitchFamily="2" charset="-122"/>
              <a:ea typeface="南宋书局体" panose="02000000000000000000" pitchFamily="2" charset="-122"/>
            </a:endParaRPr>
          </a:p>
          <a:p>
            <a:pPr algn="just"/>
            <a:r>
              <a:rPr lang="zh-CN" altLang="en-US" sz="2400" dirty="0">
                <a:solidFill>
                  <a:srgbClr val="131835"/>
                </a:solidFill>
                <a:latin typeface="南宋书局体" panose="02000000000000000000" pitchFamily="2" charset="-122"/>
                <a:ea typeface="南宋书局体" panose="02000000000000000000" pitchFamily="2" charset="-122"/>
              </a:rPr>
              <a:t>汇    报   人：？</a:t>
            </a:r>
            <a:endParaRPr lang="zh-CN" altLang="en-US" sz="2400" dirty="0">
              <a:solidFill>
                <a:srgbClr val="131835"/>
              </a:solidFill>
              <a:latin typeface="南宋书局体" panose="02000000000000000000" pitchFamily="2" charset="-122"/>
              <a:ea typeface="南宋书局体" panose="02000000000000000000" pitchFamily="2" charset="-122"/>
            </a:endParaRPr>
          </a:p>
        </p:txBody>
      </p:sp>
      <p:sp>
        <p:nvSpPr>
          <p:cNvPr id="8" name="矩形 7"/>
          <p:cNvSpPr/>
          <p:nvPr/>
        </p:nvSpPr>
        <p:spPr>
          <a:xfrm>
            <a:off x="6859916" y="3914321"/>
            <a:ext cx="5065383" cy="400110"/>
          </a:xfrm>
          <a:prstGeom prst="rect">
            <a:avLst/>
          </a:prstGeom>
        </p:spPr>
        <p:txBody>
          <a:bodyPr wrap="square">
            <a:spAutoFit/>
          </a:bodyPr>
          <a:lstStyle/>
          <a:p>
            <a:pPr algn="dist"/>
            <a:r>
              <a:rPr lang="zh-CN" altLang="zh-CN" sz="2000" dirty="0">
                <a:latin typeface="南宋书局体" panose="02000000000000000000" pitchFamily="2" charset="-122"/>
                <a:ea typeface="南宋书局体" panose="02000000000000000000" pitchFamily="2" charset="-122"/>
              </a:rPr>
              <a:t>——以鲁迅文学中的女性空间叙述为中心</a:t>
            </a:r>
            <a:endParaRPr lang="zh-CN" altLang="en-US" sz="5400" dirty="0">
              <a:latin typeface="南宋书局体" panose="02000000000000000000" pitchFamily="2" charset="-122"/>
              <a:ea typeface="南宋书局体" panose="02000000000000000000"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1000"/>
                                        <p:tgtEl>
                                          <p:spTgt spid="7"/>
                                        </p:tgtEl>
                                      </p:cBhvr>
                                    </p:animEffect>
                                    <p:anim calcmode="lin" valueType="num">
                                      <p:cBhvr>
                                        <p:cTn id="13" dur="1000" fill="hold"/>
                                        <p:tgtEl>
                                          <p:spTgt spid="7"/>
                                        </p:tgtEl>
                                        <p:attrNameLst>
                                          <p:attrName>ppt_x</p:attrName>
                                        </p:attrNameLst>
                                      </p:cBhvr>
                                      <p:tavLst>
                                        <p:tav tm="0">
                                          <p:val>
                                            <p:strVal val="#ppt_x"/>
                                          </p:val>
                                        </p:tav>
                                        <p:tav tm="100000">
                                          <p:val>
                                            <p:strVal val="#ppt_x"/>
                                          </p:val>
                                        </p:tav>
                                      </p:tavLst>
                                    </p:anim>
                                    <p:anim calcmode="lin" valueType="num">
                                      <p:cBhvr>
                                        <p:cTn id="14" dur="1000" fill="hold"/>
                                        <p:tgtEl>
                                          <p:spTgt spid="7"/>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1000"/>
                                        <p:tgtEl>
                                          <p:spTgt spid="8"/>
                                        </p:tgtEl>
                                      </p:cBhvr>
                                    </p:animEffect>
                                    <p:anim calcmode="lin" valueType="num">
                                      <p:cBhvr>
                                        <p:cTn id="18" dur="1000" fill="hold"/>
                                        <p:tgtEl>
                                          <p:spTgt spid="8"/>
                                        </p:tgtEl>
                                        <p:attrNameLst>
                                          <p:attrName>ppt_x</p:attrName>
                                        </p:attrNameLst>
                                      </p:cBhvr>
                                      <p:tavLst>
                                        <p:tav tm="0">
                                          <p:val>
                                            <p:strVal val="#ppt_x"/>
                                          </p:val>
                                        </p:tav>
                                        <p:tav tm="100000">
                                          <p:val>
                                            <p:strVal val="#ppt_x"/>
                                          </p:val>
                                        </p:tav>
                                      </p:tavLst>
                                    </p:anim>
                                    <p:anim calcmode="lin" valueType="num">
                                      <p:cBhvr>
                                        <p:cTn id="1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 name="图片 28"/>
          <p:cNvPicPr>
            <a:picLocks noChangeAspect="1"/>
          </p:cNvPicPr>
          <p:nvPr/>
        </p:nvPicPr>
        <p:blipFill rotWithShape="1">
          <a:blip r:embed="rId1" cstate="screen">
            <a:extLst>
              <a:ext uri="{BEBA8EAE-BF5A-486C-A8C5-ECC9F3942E4B}">
                <a14:imgProps xmlns:a14="http://schemas.microsoft.com/office/drawing/2010/main">
                  <a14:imgLayer r:embed="rId2">
                    <a14:imgEffect>
                      <a14:saturation sat="0"/>
                    </a14:imgEffect>
                  </a14:imgLayer>
                </a14:imgProps>
              </a:ext>
            </a:extLst>
          </a:blip>
          <a:srcRect/>
          <a:stretch>
            <a:fillRect/>
          </a:stretch>
        </p:blipFill>
        <p:spPr>
          <a:xfrm>
            <a:off x="0" y="1"/>
            <a:ext cx="12192000" cy="3779281"/>
          </a:xfrm>
          <a:custGeom>
            <a:avLst/>
            <a:gdLst>
              <a:gd name="connsiteX0" fmla="*/ 0 w 12192000"/>
              <a:gd name="connsiteY0" fmla="*/ 0 h 3779281"/>
              <a:gd name="connsiteX1" fmla="*/ 12192000 w 12192000"/>
              <a:gd name="connsiteY1" fmla="*/ 0 h 3779281"/>
              <a:gd name="connsiteX2" fmla="*/ 12192000 w 12192000"/>
              <a:gd name="connsiteY2" fmla="*/ 3779281 h 3779281"/>
              <a:gd name="connsiteX3" fmla="*/ 0 w 12192000"/>
              <a:gd name="connsiteY3" fmla="*/ 3779281 h 3779281"/>
            </a:gdLst>
            <a:ahLst/>
            <a:cxnLst>
              <a:cxn ang="0">
                <a:pos x="connsiteX0" y="connsiteY0"/>
              </a:cxn>
              <a:cxn ang="0">
                <a:pos x="connsiteX1" y="connsiteY1"/>
              </a:cxn>
              <a:cxn ang="0">
                <a:pos x="connsiteX2" y="connsiteY2"/>
              </a:cxn>
              <a:cxn ang="0">
                <a:pos x="connsiteX3" y="connsiteY3"/>
              </a:cxn>
            </a:cxnLst>
            <a:rect l="l" t="t" r="r" b="b"/>
            <a:pathLst>
              <a:path w="12192000" h="3779281">
                <a:moveTo>
                  <a:pt x="0" y="0"/>
                </a:moveTo>
                <a:lnTo>
                  <a:pt x="12192000" y="0"/>
                </a:lnTo>
                <a:lnTo>
                  <a:pt x="12192000" y="3779281"/>
                </a:lnTo>
                <a:lnTo>
                  <a:pt x="0" y="3779281"/>
                </a:lnTo>
                <a:close/>
              </a:path>
            </a:pathLst>
          </a:custGeom>
        </p:spPr>
      </p:pic>
      <p:sp>
        <p:nvSpPr>
          <p:cNvPr id="31" name="任意多边形: 形状 30"/>
          <p:cNvSpPr/>
          <p:nvPr/>
        </p:nvSpPr>
        <p:spPr>
          <a:xfrm>
            <a:off x="0" y="0"/>
            <a:ext cx="12192000" cy="3779281"/>
          </a:xfrm>
          <a:custGeom>
            <a:avLst/>
            <a:gdLst>
              <a:gd name="connsiteX0" fmla="*/ 0 w 12192000"/>
              <a:gd name="connsiteY0" fmla="*/ 0 h 3779281"/>
              <a:gd name="connsiteX1" fmla="*/ 12192000 w 12192000"/>
              <a:gd name="connsiteY1" fmla="*/ 0 h 3779281"/>
              <a:gd name="connsiteX2" fmla="*/ 12192000 w 12192000"/>
              <a:gd name="connsiteY2" fmla="*/ 3779281 h 3779281"/>
              <a:gd name="connsiteX3" fmla="*/ 0 w 12192000"/>
              <a:gd name="connsiteY3" fmla="*/ 3779281 h 3779281"/>
            </a:gdLst>
            <a:ahLst/>
            <a:cxnLst>
              <a:cxn ang="0">
                <a:pos x="connsiteX0" y="connsiteY0"/>
              </a:cxn>
              <a:cxn ang="0">
                <a:pos x="connsiteX1" y="connsiteY1"/>
              </a:cxn>
              <a:cxn ang="0">
                <a:pos x="connsiteX2" y="connsiteY2"/>
              </a:cxn>
              <a:cxn ang="0">
                <a:pos x="connsiteX3" y="connsiteY3"/>
              </a:cxn>
            </a:cxnLst>
            <a:rect l="l" t="t" r="r" b="b"/>
            <a:pathLst>
              <a:path w="12192000" h="3779281">
                <a:moveTo>
                  <a:pt x="0" y="0"/>
                </a:moveTo>
                <a:lnTo>
                  <a:pt x="12192000" y="0"/>
                </a:lnTo>
                <a:lnTo>
                  <a:pt x="12192000" y="3779281"/>
                </a:lnTo>
                <a:lnTo>
                  <a:pt x="0" y="3779281"/>
                </a:lnTo>
                <a:close/>
              </a:path>
            </a:pathLst>
          </a:custGeom>
          <a:solidFill>
            <a:srgbClr val="002060">
              <a:alpha val="9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mn-ea"/>
              <a:sym typeface="+mn-lt"/>
            </a:endParaRPr>
          </a:p>
        </p:txBody>
      </p:sp>
      <p:sp>
        <p:nvSpPr>
          <p:cNvPr id="9" name="文本框 8"/>
          <p:cNvSpPr txBox="1"/>
          <p:nvPr/>
        </p:nvSpPr>
        <p:spPr>
          <a:xfrm>
            <a:off x="4010025" y="1228841"/>
            <a:ext cx="4171950" cy="1477328"/>
          </a:xfrm>
          <a:prstGeom prst="rect">
            <a:avLst/>
          </a:prstGeom>
          <a:noFill/>
        </p:spPr>
        <p:txBody>
          <a:bodyPr wrap="square" lIns="0" tIns="0" rIns="0" bIns="0" rtlCol="0">
            <a:spAutoFit/>
          </a:bodyPr>
          <a:lstStyle/>
          <a:p>
            <a:pPr algn="ctr"/>
            <a:r>
              <a:rPr lang="zh-CN" altLang="en-US" sz="9600" dirty="0">
                <a:solidFill>
                  <a:schemeClr val="bg1"/>
                </a:solidFill>
                <a:latin typeface="+mj-ea"/>
                <a:ea typeface="+mj-ea"/>
                <a:cs typeface="+mn-ea"/>
                <a:sym typeface="+mn-lt"/>
              </a:rPr>
              <a:t>目 录</a:t>
            </a:r>
            <a:endParaRPr lang="zh-CN" altLang="en-US" sz="9600" dirty="0">
              <a:solidFill>
                <a:schemeClr val="bg1"/>
              </a:solidFill>
              <a:latin typeface="+mj-ea"/>
              <a:ea typeface="+mj-ea"/>
              <a:cs typeface="+mn-ea"/>
              <a:sym typeface="+mn-lt"/>
            </a:endParaRPr>
          </a:p>
        </p:txBody>
      </p:sp>
      <p:sp>
        <p:nvSpPr>
          <p:cNvPr id="11" name="文本框 10"/>
          <p:cNvSpPr txBox="1"/>
          <p:nvPr/>
        </p:nvSpPr>
        <p:spPr>
          <a:xfrm>
            <a:off x="5029200" y="2625443"/>
            <a:ext cx="2133600" cy="307777"/>
          </a:xfrm>
          <a:prstGeom prst="rect">
            <a:avLst/>
          </a:prstGeom>
          <a:noFill/>
        </p:spPr>
        <p:txBody>
          <a:bodyPr wrap="square" lIns="0" tIns="0" rIns="0" bIns="0" rtlCol="0">
            <a:spAutoFit/>
          </a:bodyPr>
          <a:lstStyle/>
          <a:p>
            <a:pPr algn="dist"/>
            <a:r>
              <a:rPr lang="en-US" altLang="zh-CN" sz="2000">
                <a:solidFill>
                  <a:schemeClr val="bg1">
                    <a:lumMod val="95000"/>
                  </a:schemeClr>
                </a:solidFill>
                <a:cs typeface="+mn-ea"/>
                <a:sym typeface="+mn-lt"/>
              </a:rPr>
              <a:t>CONTENTS</a:t>
            </a:r>
            <a:endParaRPr lang="zh-CN" altLang="en-US" sz="2000">
              <a:solidFill>
                <a:schemeClr val="bg1">
                  <a:lumMod val="95000"/>
                </a:schemeClr>
              </a:solidFill>
              <a:cs typeface="+mn-ea"/>
              <a:sym typeface="+mn-lt"/>
            </a:endParaRPr>
          </a:p>
        </p:txBody>
      </p:sp>
      <p:cxnSp>
        <p:nvCxnSpPr>
          <p:cNvPr id="12" name="直接连接符 11"/>
          <p:cNvCxnSpPr/>
          <p:nvPr/>
        </p:nvCxnSpPr>
        <p:spPr>
          <a:xfrm flipH="1">
            <a:off x="6778638" y="2253342"/>
            <a:ext cx="1175658" cy="1175658"/>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flipH="1">
            <a:off x="4047204" y="724893"/>
            <a:ext cx="1175658" cy="1175658"/>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6" name="文本占位符 5"/>
          <p:cNvSpPr txBox="1"/>
          <p:nvPr/>
        </p:nvSpPr>
        <p:spPr>
          <a:xfrm>
            <a:off x="2321793" y="4516313"/>
            <a:ext cx="3597744" cy="424732"/>
          </a:xfrm>
          <a:prstGeom prst="rect">
            <a:avLst/>
          </a:prstGeom>
        </p:spPr>
        <p:txBody>
          <a:bodyPr lIns="0" tIns="0" rIns="0" bIns="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dist">
              <a:buNone/>
            </a:pPr>
            <a:r>
              <a:rPr lang="zh-CN" altLang="en-US" dirty="0">
                <a:solidFill>
                  <a:schemeClr val="accent1">
                    <a:lumMod val="100000"/>
                  </a:schemeClr>
                </a:solidFill>
                <a:latin typeface="+mj-ea"/>
                <a:ea typeface="+mj-ea"/>
                <a:cs typeface="+mn-ea"/>
                <a:sym typeface="+mn-lt"/>
              </a:rPr>
              <a:t>研究目的</a:t>
            </a:r>
            <a:endParaRPr lang="zh-CN" altLang="en-US" dirty="0">
              <a:solidFill>
                <a:schemeClr val="accent1">
                  <a:lumMod val="100000"/>
                </a:schemeClr>
              </a:solidFill>
              <a:latin typeface="+mj-ea"/>
              <a:ea typeface="+mj-ea"/>
              <a:cs typeface="+mn-ea"/>
              <a:sym typeface="+mn-lt"/>
            </a:endParaRPr>
          </a:p>
        </p:txBody>
      </p:sp>
      <p:sp>
        <p:nvSpPr>
          <p:cNvPr id="18" name="文本占位符 7"/>
          <p:cNvSpPr txBox="1"/>
          <p:nvPr/>
        </p:nvSpPr>
        <p:spPr>
          <a:xfrm>
            <a:off x="7664777" y="4497424"/>
            <a:ext cx="3801318" cy="424732"/>
          </a:xfrm>
          <a:prstGeom prst="rect">
            <a:avLst/>
          </a:prstGeom>
        </p:spPr>
        <p:txBody>
          <a:bodyPr lIns="0" tIns="0" rIns="0" bIns="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dist">
              <a:buNone/>
            </a:pPr>
            <a:r>
              <a:rPr lang="zh-CN" altLang="en-US" dirty="0">
                <a:solidFill>
                  <a:schemeClr val="accent1">
                    <a:lumMod val="100000"/>
                  </a:schemeClr>
                </a:solidFill>
                <a:latin typeface="+mj-ea"/>
                <a:ea typeface="+mj-ea"/>
                <a:cs typeface="+mn-ea"/>
                <a:sym typeface="+mn-lt"/>
              </a:rPr>
              <a:t>学术史梳理与人物分类</a:t>
            </a:r>
            <a:endParaRPr lang="zh-CN" altLang="en-US" dirty="0">
              <a:solidFill>
                <a:schemeClr val="accent1">
                  <a:lumMod val="100000"/>
                </a:schemeClr>
              </a:solidFill>
              <a:latin typeface="+mj-ea"/>
              <a:ea typeface="+mj-ea"/>
              <a:cs typeface="+mn-ea"/>
              <a:sym typeface="+mn-lt"/>
            </a:endParaRPr>
          </a:p>
        </p:txBody>
      </p:sp>
      <p:sp>
        <p:nvSpPr>
          <p:cNvPr id="20" name="文本占位符 9"/>
          <p:cNvSpPr txBox="1"/>
          <p:nvPr/>
        </p:nvSpPr>
        <p:spPr>
          <a:xfrm>
            <a:off x="2296998" y="5678076"/>
            <a:ext cx="3622540" cy="424732"/>
          </a:xfrm>
          <a:prstGeom prst="rect">
            <a:avLst/>
          </a:prstGeom>
        </p:spPr>
        <p:txBody>
          <a:bodyPr lIns="0" tIns="0" rIns="0" bIns="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dist">
              <a:buNone/>
            </a:pPr>
            <a:r>
              <a:rPr lang="zh-CN" altLang="en-US" dirty="0">
                <a:solidFill>
                  <a:schemeClr val="accent1">
                    <a:lumMod val="100000"/>
                  </a:schemeClr>
                </a:solidFill>
                <a:latin typeface="+mj-ea"/>
                <a:ea typeface="+mj-ea"/>
                <a:cs typeface="+mn-ea"/>
                <a:sym typeface="+mn-lt"/>
              </a:rPr>
              <a:t>知识图谱网页的制作</a:t>
            </a:r>
            <a:endParaRPr lang="zh-CN" altLang="en-US" dirty="0">
              <a:solidFill>
                <a:schemeClr val="accent1">
                  <a:lumMod val="100000"/>
                </a:schemeClr>
              </a:solidFill>
              <a:latin typeface="+mj-ea"/>
              <a:ea typeface="+mj-ea"/>
              <a:cs typeface="+mn-ea"/>
              <a:sym typeface="+mn-lt"/>
            </a:endParaRPr>
          </a:p>
        </p:txBody>
      </p:sp>
      <p:sp>
        <p:nvSpPr>
          <p:cNvPr id="22" name="文本占位符 11"/>
          <p:cNvSpPr txBox="1"/>
          <p:nvPr/>
        </p:nvSpPr>
        <p:spPr>
          <a:xfrm>
            <a:off x="7633146" y="5678076"/>
            <a:ext cx="3832949" cy="424732"/>
          </a:xfrm>
          <a:prstGeom prst="rect">
            <a:avLst/>
          </a:prstGeom>
        </p:spPr>
        <p:txBody>
          <a:bodyPr lIns="0" tIns="0" rIns="0" bIns="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dist">
              <a:buNone/>
            </a:pPr>
            <a:r>
              <a:rPr lang="zh-CN" altLang="en-US" dirty="0">
                <a:solidFill>
                  <a:schemeClr val="accent1">
                    <a:lumMod val="100000"/>
                  </a:schemeClr>
                </a:solidFill>
                <a:latin typeface="+mj-ea"/>
                <a:ea typeface="+mj-ea"/>
                <a:cs typeface="+mn-ea"/>
                <a:sym typeface="+mn-lt"/>
              </a:rPr>
              <a:t>教学转化及评估</a:t>
            </a:r>
            <a:endParaRPr lang="zh-CN" altLang="en-US" dirty="0">
              <a:solidFill>
                <a:schemeClr val="accent1">
                  <a:lumMod val="100000"/>
                </a:schemeClr>
              </a:solidFill>
              <a:latin typeface="+mj-ea"/>
              <a:ea typeface="+mj-ea"/>
              <a:cs typeface="+mn-ea"/>
              <a:sym typeface="+mn-lt"/>
            </a:endParaRPr>
          </a:p>
        </p:txBody>
      </p:sp>
      <p:sp>
        <p:nvSpPr>
          <p:cNvPr id="24" name="文本占位符 1"/>
          <p:cNvSpPr txBox="1"/>
          <p:nvPr/>
        </p:nvSpPr>
        <p:spPr>
          <a:xfrm>
            <a:off x="1370965" y="4324771"/>
            <a:ext cx="926032" cy="840230"/>
          </a:xfrm>
          <a:prstGeom prst="rect">
            <a:avLst/>
          </a:prstGeom>
        </p:spPr>
        <p:txBody>
          <a:bodyPr lIns="0" tIns="0" rIns="0" bIns="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sz="5400">
                <a:solidFill>
                  <a:schemeClr val="accent1">
                    <a:lumMod val="100000"/>
                  </a:schemeClr>
                </a:solidFill>
                <a:latin typeface="+mj-lt"/>
                <a:cs typeface="+mn-ea"/>
                <a:sym typeface="+mn-lt"/>
              </a:rPr>
              <a:t>01</a:t>
            </a:r>
            <a:endParaRPr lang="zh-CN" altLang="en-US" sz="5400" dirty="0">
              <a:solidFill>
                <a:schemeClr val="accent1">
                  <a:lumMod val="100000"/>
                </a:schemeClr>
              </a:solidFill>
              <a:latin typeface="+mj-lt"/>
              <a:cs typeface="+mn-ea"/>
              <a:sym typeface="+mn-lt"/>
            </a:endParaRPr>
          </a:p>
        </p:txBody>
      </p:sp>
      <p:sp>
        <p:nvSpPr>
          <p:cNvPr id="25" name="文本占位符 2"/>
          <p:cNvSpPr txBox="1"/>
          <p:nvPr/>
        </p:nvSpPr>
        <p:spPr>
          <a:xfrm>
            <a:off x="1370965" y="5502575"/>
            <a:ext cx="926032" cy="840230"/>
          </a:xfrm>
          <a:prstGeom prst="rect">
            <a:avLst/>
          </a:prstGeom>
        </p:spPr>
        <p:txBody>
          <a:bodyPr lIns="0" tIns="0" rIns="0" bIns="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sz="5400">
                <a:solidFill>
                  <a:schemeClr val="accent1">
                    <a:lumMod val="100000"/>
                  </a:schemeClr>
                </a:solidFill>
                <a:latin typeface="+mj-lt"/>
                <a:cs typeface="+mn-ea"/>
                <a:sym typeface="+mn-lt"/>
              </a:rPr>
              <a:t>03</a:t>
            </a:r>
            <a:endParaRPr lang="zh-CN" altLang="en-US" sz="5400" dirty="0">
              <a:solidFill>
                <a:schemeClr val="accent1">
                  <a:lumMod val="100000"/>
                </a:schemeClr>
              </a:solidFill>
              <a:latin typeface="+mj-lt"/>
              <a:cs typeface="+mn-ea"/>
              <a:sym typeface="+mn-lt"/>
            </a:endParaRPr>
          </a:p>
        </p:txBody>
      </p:sp>
      <p:sp>
        <p:nvSpPr>
          <p:cNvPr id="26" name="文本占位符 3"/>
          <p:cNvSpPr txBox="1"/>
          <p:nvPr/>
        </p:nvSpPr>
        <p:spPr>
          <a:xfrm>
            <a:off x="6707114" y="5502575"/>
            <a:ext cx="926032" cy="840230"/>
          </a:xfrm>
          <a:prstGeom prst="rect">
            <a:avLst/>
          </a:prstGeom>
        </p:spPr>
        <p:txBody>
          <a:bodyPr lIns="0" tIns="0" rIns="0" bIns="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sz="5400">
                <a:solidFill>
                  <a:schemeClr val="accent1">
                    <a:lumMod val="100000"/>
                  </a:schemeClr>
                </a:solidFill>
                <a:latin typeface="+mj-lt"/>
                <a:cs typeface="+mn-ea"/>
                <a:sym typeface="+mn-lt"/>
              </a:rPr>
              <a:t>04</a:t>
            </a:r>
            <a:endParaRPr lang="zh-CN" altLang="en-US" sz="5400" dirty="0">
              <a:solidFill>
                <a:schemeClr val="accent1">
                  <a:lumMod val="100000"/>
                </a:schemeClr>
              </a:solidFill>
              <a:latin typeface="+mj-lt"/>
              <a:cs typeface="+mn-ea"/>
              <a:sym typeface="+mn-lt"/>
            </a:endParaRPr>
          </a:p>
        </p:txBody>
      </p:sp>
      <p:sp>
        <p:nvSpPr>
          <p:cNvPr id="27" name="文本占位符 4"/>
          <p:cNvSpPr txBox="1"/>
          <p:nvPr/>
        </p:nvSpPr>
        <p:spPr>
          <a:xfrm>
            <a:off x="6707114" y="4319445"/>
            <a:ext cx="926032" cy="840230"/>
          </a:xfrm>
          <a:prstGeom prst="rect">
            <a:avLst/>
          </a:prstGeom>
        </p:spPr>
        <p:txBody>
          <a:bodyPr lIns="0" tIns="0" rIns="0" bIns="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sz="5400">
                <a:solidFill>
                  <a:schemeClr val="accent1">
                    <a:lumMod val="100000"/>
                  </a:schemeClr>
                </a:solidFill>
                <a:latin typeface="+mj-lt"/>
                <a:cs typeface="+mn-ea"/>
                <a:sym typeface="+mn-lt"/>
              </a:rPr>
              <a:t>02</a:t>
            </a:r>
            <a:endParaRPr lang="zh-CN" altLang="en-US" sz="5400" dirty="0">
              <a:solidFill>
                <a:schemeClr val="accent1">
                  <a:lumMod val="100000"/>
                </a:schemeClr>
              </a:solidFill>
              <a:latin typeface="+mj-lt"/>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图片 18"/>
          <p:cNvPicPr>
            <a:picLocks noChangeAspect="1"/>
          </p:cNvPicPr>
          <p:nvPr/>
        </p:nvPicPr>
        <p:blipFill rotWithShape="1">
          <a:blip r:embed="rId1" cstate="screen"/>
          <a:srcRect b="-2"/>
          <a:stretch>
            <a:fillRect/>
          </a:stretch>
        </p:blipFill>
        <p:spPr>
          <a:xfrm>
            <a:off x="0" y="2990849"/>
            <a:ext cx="12192000" cy="3867151"/>
          </a:xfrm>
          <a:prstGeom prst="rect">
            <a:avLst/>
          </a:prstGeom>
        </p:spPr>
      </p:pic>
      <p:sp>
        <p:nvSpPr>
          <p:cNvPr id="2" name="矩形 1"/>
          <p:cNvSpPr/>
          <p:nvPr/>
        </p:nvSpPr>
        <p:spPr>
          <a:xfrm>
            <a:off x="0" y="2990849"/>
            <a:ext cx="12192000" cy="3867151"/>
          </a:xfrm>
          <a:prstGeom prst="rect">
            <a:avLst/>
          </a:prstGeom>
          <a:solidFill>
            <a:schemeClr val="accent1">
              <a:lumMod val="100000"/>
              <a:alpha val="92000"/>
            </a:schemeClr>
          </a:solidFill>
          <a:ln w="0">
            <a:noFill/>
          </a:ln>
          <a:effectLst>
            <a:outerShdw blurRad="254000" dist="63500" sx="102000" sy="102000" algn="ctr" rotWithShape="0">
              <a:srgbClr val="000000">
                <a:alpha val="12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3" name="椭圆 2"/>
          <p:cNvSpPr/>
          <p:nvPr/>
        </p:nvSpPr>
        <p:spPr>
          <a:xfrm>
            <a:off x="5096782" y="1991631"/>
            <a:ext cx="1998436" cy="1998436"/>
          </a:xfrm>
          <a:prstGeom prst="ellipse">
            <a:avLst/>
          </a:prstGeom>
          <a:solidFill>
            <a:schemeClr val="bg1"/>
          </a:solidFill>
          <a:ln w="19050">
            <a:solidFill>
              <a:schemeClr val="bg1"/>
            </a:solidFill>
          </a:ln>
          <a:effectLst>
            <a:outerShdw blurRad="342900" sx="101000" sy="101000" algn="ctr" rotWithShape="0">
              <a:prstClr val="black">
                <a:alpha val="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4" name="椭圆 3"/>
          <p:cNvSpPr/>
          <p:nvPr/>
        </p:nvSpPr>
        <p:spPr>
          <a:xfrm>
            <a:off x="4880655" y="1738766"/>
            <a:ext cx="2430689" cy="2430689"/>
          </a:xfrm>
          <a:prstGeom prst="ellipse">
            <a:avLst/>
          </a:prstGeom>
          <a:no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5" name="文本框 4"/>
          <p:cNvSpPr txBox="1"/>
          <p:nvPr/>
        </p:nvSpPr>
        <p:spPr>
          <a:xfrm>
            <a:off x="4815390" y="4600695"/>
            <a:ext cx="2599317" cy="430887"/>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200" normalizeH="0" baseline="0" noProof="0" dirty="0">
                <a:ln>
                  <a:noFill/>
                </a:ln>
                <a:solidFill>
                  <a:prstClr val="white"/>
                </a:solidFill>
                <a:effectLst/>
                <a:uLnTx/>
                <a:uFillTx/>
                <a:cs typeface="+mn-ea"/>
                <a:sym typeface="+mn-lt"/>
              </a:rPr>
              <a:t>第一部分</a:t>
            </a:r>
            <a:endParaRPr kumimoji="0" lang="zh-CN" altLang="en-US" sz="2800" b="0" i="0" u="none" strike="noStrike" kern="1200" cap="none" spc="200" normalizeH="0" baseline="0" noProof="0" dirty="0">
              <a:ln>
                <a:noFill/>
              </a:ln>
              <a:solidFill>
                <a:prstClr val="white"/>
              </a:solidFill>
              <a:effectLst/>
              <a:uLnTx/>
              <a:uFillTx/>
              <a:cs typeface="+mn-ea"/>
              <a:sym typeface="+mn-lt"/>
            </a:endParaRPr>
          </a:p>
        </p:txBody>
      </p:sp>
      <p:sp>
        <p:nvSpPr>
          <p:cNvPr id="6" name="文本框 5"/>
          <p:cNvSpPr txBox="1"/>
          <p:nvPr/>
        </p:nvSpPr>
        <p:spPr>
          <a:xfrm>
            <a:off x="3790268" y="5058483"/>
            <a:ext cx="4649561" cy="615553"/>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000" i="0" u="none" strike="noStrike" kern="1200" cap="none" spc="200" normalizeH="0" baseline="0" noProof="0" dirty="0">
                <a:ln>
                  <a:noFill/>
                </a:ln>
                <a:solidFill>
                  <a:prstClr val="white"/>
                </a:solidFill>
                <a:effectLst/>
                <a:uLnTx/>
                <a:uFillTx/>
                <a:latin typeface="思源宋体 CN Heavy" panose="02020900000000000000" pitchFamily="18" charset="-122"/>
                <a:ea typeface="思源宋体 CN Heavy" panose="02020900000000000000" pitchFamily="18" charset="-122"/>
                <a:cs typeface="+mn-ea"/>
                <a:sym typeface="+mn-lt"/>
              </a:rPr>
              <a:t>研究目的</a:t>
            </a:r>
            <a:endParaRPr kumimoji="0" lang="zh-CN" altLang="en-US" sz="4000" i="0" u="none" strike="noStrike" kern="1200" cap="none" spc="200" normalizeH="0" baseline="0" noProof="0" dirty="0">
              <a:ln>
                <a:noFill/>
              </a:ln>
              <a:solidFill>
                <a:prstClr val="white"/>
              </a:solidFill>
              <a:effectLst/>
              <a:uLnTx/>
              <a:uFillTx/>
              <a:latin typeface="思源宋体 CN Heavy" panose="02020900000000000000" pitchFamily="18" charset="-122"/>
              <a:ea typeface="思源宋体 CN Heavy" panose="02020900000000000000" pitchFamily="18" charset="-122"/>
              <a:cs typeface="+mn-ea"/>
              <a:sym typeface="+mn-lt"/>
            </a:endParaRPr>
          </a:p>
        </p:txBody>
      </p:sp>
      <p:cxnSp>
        <p:nvCxnSpPr>
          <p:cNvPr id="7" name="直接连接符 6"/>
          <p:cNvCxnSpPr/>
          <p:nvPr/>
        </p:nvCxnSpPr>
        <p:spPr>
          <a:xfrm>
            <a:off x="5944510" y="6519333"/>
            <a:ext cx="302981"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14" name="图形 13"/>
          <p:cNvPicPr>
            <a:picLocks noChangeAspect="1"/>
          </p:cNvPicPr>
          <p:nvPr/>
        </p:nvPicPr>
        <p:blipFill>
          <a:blip r:embed="rId2" cstate="screen">
            <a:extLst>
              <a:ext uri="{96DAC541-7B7A-43D3-8B79-37D633B846F1}">
                <asvg:svgBlip xmlns:asvg="http://schemas.microsoft.com/office/drawing/2016/SVG/main" r:embed="rId3"/>
              </a:ext>
            </a:extLst>
          </a:blip>
          <a:stretch>
            <a:fillRect/>
          </a:stretch>
        </p:blipFill>
        <p:spPr>
          <a:xfrm>
            <a:off x="5269005" y="2163855"/>
            <a:ext cx="1653988" cy="1653988"/>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12192000" cy="6858000"/>
          </a:xfrm>
          <a:prstGeom prst="rect">
            <a:avLst/>
          </a:prstGeom>
          <a:solidFill>
            <a:srgbClr val="00206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266700" y="257951"/>
            <a:ext cx="11658600" cy="6342098"/>
          </a:xfrm>
          <a:prstGeom prst="rect">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图片 3"/>
          <p:cNvPicPr>
            <a:picLocks noChangeAspect="1"/>
          </p:cNvPicPr>
          <p:nvPr/>
        </p:nvPicPr>
        <p:blipFill>
          <a:blip r:embed="rId1">
            <a:extLst>
              <a:ext uri="{28A0092B-C50C-407E-A947-70E740481C1C}">
                <a14:useLocalDpi xmlns:a14="http://schemas.microsoft.com/office/drawing/2010/main" val="0"/>
              </a:ext>
            </a:extLst>
          </a:blip>
          <a:srcRect l="17664" t="1489" r="2738"/>
          <a:stretch>
            <a:fillRect/>
          </a:stretch>
        </p:blipFill>
        <p:spPr>
          <a:xfrm>
            <a:off x="266699" y="257951"/>
            <a:ext cx="6755930" cy="6342098"/>
          </a:xfrm>
          <a:custGeom>
            <a:avLst/>
            <a:gdLst>
              <a:gd name="connsiteX0" fmla="*/ 0 w 8022758"/>
              <a:gd name="connsiteY0" fmla="*/ 0 h 6342098"/>
              <a:gd name="connsiteX1" fmla="*/ 8022758 w 8022758"/>
              <a:gd name="connsiteY1" fmla="*/ 0 h 6342098"/>
              <a:gd name="connsiteX2" fmla="*/ 8022758 w 8022758"/>
              <a:gd name="connsiteY2" fmla="*/ 6342098 h 6342098"/>
              <a:gd name="connsiteX3" fmla="*/ 0 w 8022758"/>
              <a:gd name="connsiteY3" fmla="*/ 6342098 h 6342098"/>
            </a:gdLst>
            <a:ahLst/>
            <a:cxnLst>
              <a:cxn ang="0">
                <a:pos x="connsiteX0" y="connsiteY0"/>
              </a:cxn>
              <a:cxn ang="0">
                <a:pos x="connsiteX1" y="connsiteY1"/>
              </a:cxn>
              <a:cxn ang="0">
                <a:pos x="connsiteX2" y="connsiteY2"/>
              </a:cxn>
              <a:cxn ang="0">
                <a:pos x="connsiteX3" y="connsiteY3"/>
              </a:cxn>
            </a:cxnLst>
            <a:rect l="l" t="t" r="r" b="b"/>
            <a:pathLst>
              <a:path w="8022758" h="6342098">
                <a:moveTo>
                  <a:pt x="0" y="0"/>
                </a:moveTo>
                <a:lnTo>
                  <a:pt x="8022758" y="0"/>
                </a:lnTo>
                <a:lnTo>
                  <a:pt x="8022758" y="6342098"/>
                </a:lnTo>
                <a:lnTo>
                  <a:pt x="0" y="6342098"/>
                </a:lnTo>
                <a:close/>
              </a:path>
            </a:pathLst>
          </a:custGeom>
        </p:spPr>
      </p:pic>
      <p:sp>
        <p:nvSpPr>
          <p:cNvPr id="5" name="矩形 4"/>
          <p:cNvSpPr/>
          <p:nvPr/>
        </p:nvSpPr>
        <p:spPr>
          <a:xfrm>
            <a:off x="266699" y="257951"/>
            <a:ext cx="11658601" cy="6342098"/>
          </a:xfrm>
          <a:prstGeom prst="rect">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567814" y="472310"/>
            <a:ext cx="3654811" cy="584775"/>
          </a:xfrm>
          <a:prstGeom prst="rect">
            <a:avLst/>
          </a:prstGeom>
        </p:spPr>
        <p:txBody>
          <a:bodyPr wrap="square">
            <a:spAutoFit/>
          </a:bodyPr>
          <a:lstStyle/>
          <a:p>
            <a:pPr algn="dist"/>
            <a:r>
              <a:rPr lang="zh-CN" altLang="en-US" sz="3200" dirty="0">
                <a:solidFill>
                  <a:schemeClr val="tx1">
                    <a:lumMod val="75000"/>
                    <a:lumOff val="25000"/>
                  </a:schemeClr>
                </a:solidFill>
                <a:latin typeface="南宋书局体" panose="02000000000000000000" pitchFamily="2" charset="-122"/>
                <a:ea typeface="南宋书局体" panose="02000000000000000000" pitchFamily="2" charset="-122"/>
              </a:rPr>
              <a:t>亟待解决的问题</a:t>
            </a:r>
            <a:endParaRPr lang="zh-CN" altLang="en-US" sz="3200" dirty="0">
              <a:solidFill>
                <a:schemeClr val="tx1">
                  <a:lumMod val="75000"/>
                  <a:lumOff val="25000"/>
                </a:schemeClr>
              </a:solidFill>
              <a:latin typeface="南宋书局体" panose="02000000000000000000" pitchFamily="2" charset="-122"/>
              <a:ea typeface="南宋书局体" panose="02000000000000000000" pitchFamily="2" charset="-122"/>
            </a:endParaRPr>
          </a:p>
        </p:txBody>
      </p:sp>
      <p:sp>
        <p:nvSpPr>
          <p:cNvPr id="13" name="Text Box 7"/>
          <p:cNvSpPr txBox="1">
            <a:spLocks noChangeArrowheads="1"/>
          </p:cNvSpPr>
          <p:nvPr/>
        </p:nvSpPr>
        <p:spPr bwMode="auto">
          <a:xfrm>
            <a:off x="4405104" y="1075737"/>
            <a:ext cx="7324140"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omic Sans MS" panose="030F0702030302020204" pitchFamily="66" charset="0"/>
                <a:ea typeface="楷体" panose="02010609060101010101" pitchFamily="49" charset="-122"/>
              </a:defRPr>
            </a:lvl1pPr>
            <a:lvl2pPr>
              <a:defRPr>
                <a:solidFill>
                  <a:schemeClr val="tx1"/>
                </a:solidFill>
                <a:latin typeface="Comic Sans MS" panose="030F0702030302020204" pitchFamily="66" charset="0"/>
                <a:ea typeface="楷体" panose="02010609060101010101" pitchFamily="49" charset="-122"/>
              </a:defRPr>
            </a:lvl2pPr>
            <a:lvl3pPr>
              <a:defRPr>
                <a:solidFill>
                  <a:schemeClr val="tx1"/>
                </a:solidFill>
                <a:latin typeface="Comic Sans MS" panose="030F0702030302020204" pitchFamily="66" charset="0"/>
                <a:ea typeface="楷体" panose="02010609060101010101" pitchFamily="49" charset="-122"/>
              </a:defRPr>
            </a:lvl3pPr>
            <a:lvl4pPr>
              <a:defRPr>
                <a:solidFill>
                  <a:schemeClr val="tx1"/>
                </a:solidFill>
                <a:latin typeface="Comic Sans MS" panose="030F0702030302020204" pitchFamily="66" charset="0"/>
                <a:ea typeface="楷体" panose="02010609060101010101" pitchFamily="49" charset="-122"/>
              </a:defRPr>
            </a:lvl4pPr>
            <a:lvl5pPr>
              <a:defRPr>
                <a:solidFill>
                  <a:schemeClr val="tx1"/>
                </a:solidFill>
                <a:latin typeface="Comic Sans MS" panose="030F0702030302020204" pitchFamily="66" charset="0"/>
                <a:ea typeface="楷体" panose="02010609060101010101" pitchFamily="49" charset="-122"/>
              </a:defRPr>
            </a:lvl5pPr>
            <a:lvl6pPr fontAlgn="base">
              <a:spcBef>
                <a:spcPct val="0"/>
              </a:spcBef>
              <a:spcAft>
                <a:spcPct val="0"/>
              </a:spcAft>
              <a:buFont typeface="Arial" panose="020B0604020202020204" pitchFamily="34" charset="0"/>
              <a:defRPr>
                <a:solidFill>
                  <a:schemeClr val="tx1"/>
                </a:solidFill>
                <a:latin typeface="Comic Sans MS" panose="030F0702030302020204" pitchFamily="66" charset="0"/>
                <a:ea typeface="楷体" panose="02010609060101010101" pitchFamily="49" charset="-122"/>
              </a:defRPr>
            </a:lvl6pPr>
            <a:lvl7pPr fontAlgn="base">
              <a:spcBef>
                <a:spcPct val="0"/>
              </a:spcBef>
              <a:spcAft>
                <a:spcPct val="0"/>
              </a:spcAft>
              <a:buFont typeface="Arial" panose="020B0604020202020204" pitchFamily="34" charset="0"/>
              <a:defRPr>
                <a:solidFill>
                  <a:schemeClr val="tx1"/>
                </a:solidFill>
                <a:latin typeface="Comic Sans MS" panose="030F0702030302020204" pitchFamily="66" charset="0"/>
                <a:ea typeface="楷体" panose="02010609060101010101" pitchFamily="49" charset="-122"/>
              </a:defRPr>
            </a:lvl7pPr>
            <a:lvl8pPr fontAlgn="base">
              <a:spcBef>
                <a:spcPct val="0"/>
              </a:spcBef>
              <a:spcAft>
                <a:spcPct val="0"/>
              </a:spcAft>
              <a:buFont typeface="Arial" panose="020B0604020202020204" pitchFamily="34" charset="0"/>
              <a:defRPr>
                <a:solidFill>
                  <a:schemeClr val="tx1"/>
                </a:solidFill>
                <a:latin typeface="Comic Sans MS" panose="030F0702030302020204" pitchFamily="66" charset="0"/>
                <a:ea typeface="楷体" panose="02010609060101010101" pitchFamily="49" charset="-122"/>
              </a:defRPr>
            </a:lvl8pPr>
            <a:lvl9pPr fontAlgn="base">
              <a:spcBef>
                <a:spcPct val="0"/>
              </a:spcBef>
              <a:spcAft>
                <a:spcPct val="0"/>
              </a:spcAft>
              <a:buFont typeface="Arial" panose="020B0604020202020204" pitchFamily="34" charset="0"/>
              <a:defRPr>
                <a:solidFill>
                  <a:schemeClr val="tx1"/>
                </a:solidFill>
                <a:latin typeface="Comic Sans MS" panose="030F0702030302020204" pitchFamily="66" charset="0"/>
                <a:ea typeface="楷体" panose="02010609060101010101" pitchFamily="49" charset="-122"/>
              </a:defRPr>
            </a:lvl9pPr>
          </a:lstStyle>
          <a:p>
            <a:pPr>
              <a:spcBef>
                <a:spcPct val="50000"/>
              </a:spcBef>
            </a:pPr>
            <a:r>
              <a:rPr lang="en-US" altLang="zh-CN" sz="3200" dirty="0">
                <a:latin typeface="微软雅黑" panose="020B0503020204020204" pitchFamily="34" charset="-122"/>
                <a:ea typeface="微软雅黑" panose="020B0503020204020204" pitchFamily="34" charset="-122"/>
              </a:rPr>
              <a:t>【</a:t>
            </a:r>
            <a:r>
              <a:rPr lang="zh-CN" altLang="zh-CN" sz="3200" dirty="0">
                <a:latin typeface="微软雅黑" panose="020B0503020204020204" pitchFamily="34" charset="-122"/>
                <a:ea typeface="微软雅黑" panose="020B0503020204020204" pitchFamily="34" charset="-122"/>
              </a:rPr>
              <a:t>学术</a:t>
            </a:r>
            <a:r>
              <a:rPr lang="zh-CN" altLang="en-US" sz="3200" dirty="0">
                <a:latin typeface="微软雅黑" panose="020B0503020204020204" pitchFamily="34" charset="-122"/>
                <a:ea typeface="微软雅黑" panose="020B0503020204020204" pitchFamily="34" charset="-122"/>
              </a:rPr>
              <a:t>层面</a:t>
            </a:r>
            <a:r>
              <a:rPr lang="en-US" altLang="zh-CN" sz="3200" dirty="0">
                <a:latin typeface="微软雅黑" panose="020B0503020204020204" pitchFamily="34" charset="-122"/>
                <a:ea typeface="微软雅黑" panose="020B0503020204020204" pitchFamily="34" charset="-122"/>
              </a:rPr>
              <a:t>】</a:t>
            </a:r>
            <a:r>
              <a:rPr lang="zh-CN" altLang="en-US" sz="3200" dirty="0">
                <a:latin typeface="微软雅黑" panose="020B0503020204020204" pitchFamily="34" charset="-122"/>
                <a:ea typeface="微软雅黑" panose="020B0503020204020204" pitchFamily="34" charset="-122"/>
              </a:rPr>
              <a:t>对于</a:t>
            </a:r>
            <a:r>
              <a:rPr lang="zh-CN" altLang="zh-CN" sz="3200" dirty="0">
                <a:latin typeface="微软雅黑" panose="020B0503020204020204" pitchFamily="34" charset="-122"/>
                <a:ea typeface="微软雅黑" panose="020B0503020204020204" pitchFamily="34" charset="-122"/>
              </a:rPr>
              <a:t>鲁迅笔下的</a:t>
            </a:r>
            <a:r>
              <a:rPr lang="zh-CN" altLang="zh-CN" sz="3200" dirty="0">
                <a:solidFill>
                  <a:srgbClr val="FF0000"/>
                </a:solidFill>
                <a:latin typeface="微软雅黑" panose="020B0503020204020204" pitchFamily="34" charset="-122"/>
                <a:ea typeface="微软雅黑" panose="020B0503020204020204" pitchFamily="34" charset="-122"/>
              </a:rPr>
              <a:t>女性形象</a:t>
            </a:r>
            <a:r>
              <a:rPr lang="zh-CN" altLang="en-US" sz="3200" dirty="0">
                <a:latin typeface="微软雅黑" panose="020B0503020204020204" pitchFamily="34" charset="-122"/>
                <a:ea typeface="微软雅黑" panose="020B0503020204020204" pitchFamily="34" charset="-122"/>
              </a:rPr>
              <a:t>分类</a:t>
            </a:r>
            <a:r>
              <a:rPr lang="zh-CN" altLang="zh-CN" sz="3200" dirty="0">
                <a:latin typeface="微软雅黑" panose="020B0503020204020204" pitchFamily="34" charset="-122"/>
                <a:ea typeface="微软雅黑" panose="020B0503020204020204" pitchFamily="34" charset="-122"/>
              </a:rPr>
              <a:t>，是否只能沿用</a:t>
            </a:r>
            <a:r>
              <a:rPr lang="zh-CN" altLang="zh-CN" sz="3200" dirty="0">
                <a:solidFill>
                  <a:srgbClr val="FF0000"/>
                </a:solidFill>
                <a:latin typeface="微软雅黑" panose="020B0503020204020204" pitchFamily="34" charset="-122"/>
                <a:ea typeface="微软雅黑" panose="020B0503020204020204" pitchFamily="34" charset="-122"/>
              </a:rPr>
              <a:t>阶级</a:t>
            </a:r>
            <a:r>
              <a:rPr lang="zh-CN" altLang="zh-CN" sz="3200" dirty="0">
                <a:latin typeface="微软雅黑" panose="020B0503020204020204" pitchFamily="34" charset="-122"/>
                <a:ea typeface="微软雅黑" panose="020B0503020204020204" pitchFamily="34" charset="-122"/>
              </a:rPr>
              <a:t>、</a:t>
            </a:r>
            <a:r>
              <a:rPr lang="zh-CN" altLang="zh-CN" sz="3200" dirty="0">
                <a:solidFill>
                  <a:srgbClr val="FF0000"/>
                </a:solidFill>
                <a:latin typeface="微软雅黑" panose="020B0503020204020204" pitchFamily="34" charset="-122"/>
                <a:ea typeface="微软雅黑" panose="020B0503020204020204" pitchFamily="34" charset="-122"/>
              </a:rPr>
              <a:t>反抗</a:t>
            </a:r>
            <a:r>
              <a:rPr lang="zh-CN" altLang="en-US" sz="3200" dirty="0">
                <a:solidFill>
                  <a:srgbClr val="FF0000"/>
                </a:solidFill>
                <a:latin typeface="微软雅黑" panose="020B0503020204020204" pitchFamily="34" charset="-122"/>
                <a:ea typeface="微软雅黑" panose="020B0503020204020204" pitchFamily="34" charset="-122"/>
              </a:rPr>
              <a:t>性</a:t>
            </a:r>
            <a:r>
              <a:rPr lang="zh-CN" altLang="en-US" sz="3200" dirty="0">
                <a:latin typeface="微软雅黑" panose="020B0503020204020204" pitchFamily="34" charset="-122"/>
                <a:ea typeface="微软雅黑" panose="020B0503020204020204" pitchFamily="34" charset="-122"/>
              </a:rPr>
              <a:t>以及</a:t>
            </a:r>
            <a:r>
              <a:rPr lang="zh-CN" altLang="zh-CN" sz="3200" dirty="0">
                <a:solidFill>
                  <a:srgbClr val="FF0000"/>
                </a:solidFill>
                <a:latin typeface="微软雅黑" panose="020B0503020204020204" pitchFamily="34" charset="-122"/>
                <a:ea typeface="微软雅黑" panose="020B0503020204020204" pitchFamily="34" charset="-122"/>
              </a:rPr>
              <a:t>社会身份</a:t>
            </a:r>
            <a:r>
              <a:rPr lang="zh-CN" altLang="zh-CN" sz="3200" dirty="0">
                <a:latin typeface="微软雅黑" panose="020B0503020204020204" pitchFamily="34" charset="-122"/>
                <a:ea typeface="微软雅黑" panose="020B0503020204020204" pitchFamily="34" charset="-122"/>
              </a:rPr>
              <a:t>等</a:t>
            </a:r>
            <a:r>
              <a:rPr lang="zh-CN" altLang="en-US" sz="3200" dirty="0">
                <a:solidFill>
                  <a:srgbClr val="FF0000"/>
                </a:solidFill>
                <a:latin typeface="微软雅黑" panose="020B0503020204020204" pitchFamily="34" charset="-122"/>
                <a:ea typeface="微软雅黑" panose="020B0503020204020204" pitchFamily="34" charset="-122"/>
              </a:rPr>
              <a:t>分析方式</a:t>
            </a:r>
            <a:r>
              <a:rPr lang="zh-CN" altLang="en-US" sz="3200" dirty="0">
                <a:latin typeface="微软雅黑" panose="020B0503020204020204" pitchFamily="34" charset="-122"/>
                <a:ea typeface="微软雅黑" panose="020B0503020204020204" pitchFamily="34" charset="-122"/>
              </a:rPr>
              <a:t>？</a:t>
            </a:r>
            <a:endParaRPr lang="en-US" altLang="zh-CN" sz="3200" dirty="0">
              <a:latin typeface="微软雅黑" panose="020B0503020204020204" pitchFamily="34" charset="-122"/>
              <a:ea typeface="微软雅黑" panose="020B0503020204020204" pitchFamily="34" charset="-122"/>
            </a:endParaRPr>
          </a:p>
        </p:txBody>
      </p:sp>
      <p:sp>
        <p:nvSpPr>
          <p:cNvPr id="16" name="Text Box 10"/>
          <p:cNvSpPr txBox="1">
            <a:spLocks noChangeArrowheads="1"/>
          </p:cNvSpPr>
          <p:nvPr/>
        </p:nvSpPr>
        <p:spPr bwMode="auto">
          <a:xfrm>
            <a:off x="4405104" y="2880167"/>
            <a:ext cx="7494587"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omic Sans MS" panose="030F0702030302020204" pitchFamily="66" charset="0"/>
                <a:ea typeface="楷体" panose="02010609060101010101" pitchFamily="49" charset="-122"/>
              </a:defRPr>
            </a:lvl1pPr>
            <a:lvl2pPr>
              <a:defRPr>
                <a:solidFill>
                  <a:schemeClr val="tx1"/>
                </a:solidFill>
                <a:latin typeface="Comic Sans MS" panose="030F0702030302020204" pitchFamily="66" charset="0"/>
                <a:ea typeface="楷体" panose="02010609060101010101" pitchFamily="49" charset="-122"/>
              </a:defRPr>
            </a:lvl2pPr>
            <a:lvl3pPr>
              <a:defRPr>
                <a:solidFill>
                  <a:schemeClr val="tx1"/>
                </a:solidFill>
                <a:latin typeface="Comic Sans MS" panose="030F0702030302020204" pitchFamily="66" charset="0"/>
                <a:ea typeface="楷体" panose="02010609060101010101" pitchFamily="49" charset="-122"/>
              </a:defRPr>
            </a:lvl3pPr>
            <a:lvl4pPr>
              <a:defRPr>
                <a:solidFill>
                  <a:schemeClr val="tx1"/>
                </a:solidFill>
                <a:latin typeface="Comic Sans MS" panose="030F0702030302020204" pitchFamily="66" charset="0"/>
                <a:ea typeface="楷体" panose="02010609060101010101" pitchFamily="49" charset="-122"/>
              </a:defRPr>
            </a:lvl4pPr>
            <a:lvl5pPr>
              <a:defRPr>
                <a:solidFill>
                  <a:schemeClr val="tx1"/>
                </a:solidFill>
                <a:latin typeface="Comic Sans MS" panose="030F0702030302020204" pitchFamily="66" charset="0"/>
                <a:ea typeface="楷体" panose="02010609060101010101" pitchFamily="49" charset="-122"/>
              </a:defRPr>
            </a:lvl5pPr>
            <a:lvl6pPr fontAlgn="base">
              <a:spcBef>
                <a:spcPct val="0"/>
              </a:spcBef>
              <a:spcAft>
                <a:spcPct val="0"/>
              </a:spcAft>
              <a:buFont typeface="Arial" panose="020B0604020202020204" pitchFamily="34" charset="0"/>
              <a:defRPr>
                <a:solidFill>
                  <a:schemeClr val="tx1"/>
                </a:solidFill>
                <a:latin typeface="Comic Sans MS" panose="030F0702030302020204" pitchFamily="66" charset="0"/>
                <a:ea typeface="楷体" panose="02010609060101010101" pitchFamily="49" charset="-122"/>
              </a:defRPr>
            </a:lvl6pPr>
            <a:lvl7pPr fontAlgn="base">
              <a:spcBef>
                <a:spcPct val="0"/>
              </a:spcBef>
              <a:spcAft>
                <a:spcPct val="0"/>
              </a:spcAft>
              <a:buFont typeface="Arial" panose="020B0604020202020204" pitchFamily="34" charset="0"/>
              <a:defRPr>
                <a:solidFill>
                  <a:schemeClr val="tx1"/>
                </a:solidFill>
                <a:latin typeface="Comic Sans MS" panose="030F0702030302020204" pitchFamily="66" charset="0"/>
                <a:ea typeface="楷体" panose="02010609060101010101" pitchFamily="49" charset="-122"/>
              </a:defRPr>
            </a:lvl7pPr>
            <a:lvl8pPr fontAlgn="base">
              <a:spcBef>
                <a:spcPct val="0"/>
              </a:spcBef>
              <a:spcAft>
                <a:spcPct val="0"/>
              </a:spcAft>
              <a:buFont typeface="Arial" panose="020B0604020202020204" pitchFamily="34" charset="0"/>
              <a:defRPr>
                <a:solidFill>
                  <a:schemeClr val="tx1"/>
                </a:solidFill>
                <a:latin typeface="Comic Sans MS" panose="030F0702030302020204" pitchFamily="66" charset="0"/>
                <a:ea typeface="楷体" panose="02010609060101010101" pitchFamily="49" charset="-122"/>
              </a:defRPr>
            </a:lvl8pPr>
            <a:lvl9pPr fontAlgn="base">
              <a:spcBef>
                <a:spcPct val="0"/>
              </a:spcBef>
              <a:spcAft>
                <a:spcPct val="0"/>
              </a:spcAft>
              <a:buFont typeface="Arial" panose="020B0604020202020204" pitchFamily="34" charset="0"/>
              <a:defRPr>
                <a:solidFill>
                  <a:schemeClr val="tx1"/>
                </a:solidFill>
                <a:latin typeface="Comic Sans MS" panose="030F0702030302020204" pitchFamily="66" charset="0"/>
                <a:ea typeface="楷体" panose="02010609060101010101" pitchFamily="49" charset="-122"/>
              </a:defRPr>
            </a:lvl9pPr>
          </a:lstStyle>
          <a:p>
            <a:pPr>
              <a:spcBef>
                <a:spcPct val="50000"/>
              </a:spcBef>
            </a:pPr>
            <a:r>
              <a:rPr lang="en-US" altLang="zh-CN" sz="3200" dirty="0">
                <a:latin typeface="微软雅黑" panose="020B0503020204020204" pitchFamily="34" charset="-122"/>
                <a:ea typeface="微软雅黑" panose="020B0503020204020204" pitchFamily="34" charset="-122"/>
              </a:rPr>
              <a:t>【</a:t>
            </a:r>
            <a:r>
              <a:rPr lang="zh-CN" altLang="zh-CN" sz="3200" dirty="0">
                <a:latin typeface="微软雅黑" panose="020B0503020204020204" pitchFamily="34" charset="-122"/>
                <a:ea typeface="微软雅黑" panose="020B0503020204020204" pitchFamily="34" charset="-122"/>
              </a:rPr>
              <a:t>教学层面</a:t>
            </a:r>
            <a:r>
              <a:rPr lang="en-US" altLang="zh-CN" sz="3200" dirty="0">
                <a:latin typeface="微软雅黑" panose="020B0503020204020204" pitchFamily="34" charset="-122"/>
                <a:ea typeface="微软雅黑" panose="020B0503020204020204" pitchFamily="34" charset="-122"/>
              </a:rPr>
              <a:t>】</a:t>
            </a:r>
            <a:r>
              <a:rPr lang="zh-CN" altLang="en-US" sz="3200" dirty="0">
                <a:latin typeface="微软雅黑" panose="020B0503020204020204" pitchFamily="34" charset="-122"/>
                <a:ea typeface="微软雅黑" panose="020B0503020204020204" pitchFamily="34" charset="-122"/>
              </a:rPr>
              <a:t>对于</a:t>
            </a:r>
            <a:r>
              <a:rPr lang="zh-CN" altLang="zh-CN" sz="3200" dirty="0">
                <a:solidFill>
                  <a:srgbClr val="FF0000"/>
                </a:solidFill>
                <a:latin typeface="微软雅黑" panose="020B0503020204020204" pitchFamily="34" charset="-122"/>
                <a:ea typeface="微软雅黑" panose="020B0503020204020204" pitchFamily="34" charset="-122"/>
              </a:rPr>
              <a:t>前沿理论</a:t>
            </a:r>
            <a:r>
              <a:rPr lang="zh-CN" altLang="en-US" sz="3200" dirty="0">
                <a:latin typeface="微软雅黑" panose="020B0503020204020204" pitchFamily="34" charset="-122"/>
                <a:ea typeface="微软雅黑" panose="020B0503020204020204" pitchFamily="34" charset="-122"/>
              </a:rPr>
              <a:t>，如何让</a:t>
            </a:r>
            <a:r>
              <a:rPr lang="zh-CN" altLang="zh-CN" sz="3200" dirty="0">
                <a:latin typeface="微软雅黑" panose="020B0503020204020204" pitchFamily="34" charset="-122"/>
                <a:ea typeface="微软雅黑" panose="020B0503020204020204" pitchFamily="34" charset="-122"/>
              </a:rPr>
              <a:t>本科生</a:t>
            </a:r>
            <a:r>
              <a:rPr lang="zh-CN" altLang="en-US" sz="3200" dirty="0">
                <a:latin typeface="微软雅黑" panose="020B0503020204020204" pitchFamily="34" charset="-122"/>
                <a:ea typeface="微软雅黑" panose="020B0503020204020204" pitchFamily="34" charset="-122"/>
              </a:rPr>
              <a:t>能</a:t>
            </a:r>
            <a:r>
              <a:rPr lang="zh-CN" altLang="en-US" sz="3200" dirty="0">
                <a:solidFill>
                  <a:srgbClr val="FF0000"/>
                </a:solidFill>
                <a:latin typeface="微软雅黑" panose="020B0503020204020204" pitchFamily="34" charset="-122"/>
                <a:ea typeface="微软雅黑" panose="020B0503020204020204" pitchFamily="34" charset="-122"/>
              </a:rPr>
              <a:t>学懂</a:t>
            </a:r>
            <a:r>
              <a:rPr lang="zh-CN" altLang="en-US" sz="3200" dirty="0">
                <a:latin typeface="微软雅黑" panose="020B0503020204020204" pitchFamily="34" charset="-122"/>
                <a:ea typeface="微软雅黑" panose="020B0503020204020204" pitchFamily="34" charset="-122"/>
              </a:rPr>
              <a:t>？如何让</a:t>
            </a:r>
            <a:r>
              <a:rPr lang="zh-CN" altLang="zh-CN" sz="3200" dirty="0">
                <a:latin typeface="微软雅黑" panose="020B0503020204020204" pitchFamily="34" charset="-122"/>
                <a:ea typeface="微软雅黑" panose="020B0503020204020204" pitchFamily="34" charset="-122"/>
              </a:rPr>
              <a:t>老师</a:t>
            </a:r>
            <a:r>
              <a:rPr lang="zh-CN" altLang="en-US" sz="3200" dirty="0">
                <a:latin typeface="微软雅黑" panose="020B0503020204020204" pitchFamily="34" charset="-122"/>
                <a:ea typeface="微软雅黑" panose="020B0503020204020204" pitchFamily="34" charset="-122"/>
              </a:rPr>
              <a:t>在课堂中实际</a:t>
            </a:r>
            <a:r>
              <a:rPr lang="zh-CN" altLang="en-US" sz="3200" dirty="0">
                <a:solidFill>
                  <a:srgbClr val="FF0000"/>
                </a:solidFill>
                <a:latin typeface="微软雅黑" panose="020B0503020204020204" pitchFamily="34" charset="-122"/>
                <a:ea typeface="微软雅黑" panose="020B0503020204020204" pitchFamily="34" charset="-122"/>
              </a:rPr>
              <a:t>应用</a:t>
            </a:r>
            <a:r>
              <a:rPr lang="zh-CN" altLang="en-US" sz="3200" dirty="0">
                <a:latin typeface="微软雅黑" panose="020B0503020204020204" pitchFamily="34" charset="-122"/>
                <a:ea typeface="微软雅黑" panose="020B0503020204020204" pitchFamily="34" charset="-122"/>
              </a:rPr>
              <a:t>？</a:t>
            </a:r>
            <a:endParaRPr lang="zh-CN" altLang="en-US" sz="3200" dirty="0">
              <a:latin typeface="微软雅黑" panose="020B0503020204020204" pitchFamily="34" charset="-122"/>
              <a:ea typeface="微软雅黑" panose="020B0503020204020204" pitchFamily="34" charset="-122"/>
            </a:endParaRPr>
          </a:p>
        </p:txBody>
      </p:sp>
      <p:pic>
        <p:nvPicPr>
          <p:cNvPr id="19" name="图片 18"/>
          <p:cNvPicPr>
            <a:picLocks noChangeAspect="1"/>
          </p:cNvPicPr>
          <p:nvPr/>
        </p:nvPicPr>
        <p:blipFill>
          <a:blip r:embed="rId2"/>
          <a:stretch>
            <a:fillRect/>
          </a:stretch>
        </p:blipFill>
        <p:spPr>
          <a:xfrm>
            <a:off x="1295898" y="1856219"/>
            <a:ext cx="2625611" cy="3872582"/>
          </a:xfrm>
          <a:prstGeom prst="rect">
            <a:avLst/>
          </a:prstGeom>
          <a:solidFill>
            <a:srgbClr val="FFFFFF">
              <a:shade val="85000"/>
            </a:srgbClr>
          </a:solidFill>
          <a:ln w="88900" cap="sq">
            <a:solidFill>
              <a:srgbClr val="FFFFFF"/>
            </a:solidFill>
            <a:miter lim="800000"/>
            <a:headEnd/>
            <a:tailEnd/>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6" name="圆角矩形 5"/>
          <p:cNvSpPr/>
          <p:nvPr/>
        </p:nvSpPr>
        <p:spPr>
          <a:xfrm>
            <a:off x="4799730" y="4781538"/>
            <a:ext cx="6497052" cy="1462565"/>
          </a:xfrm>
          <a:prstGeom prst="roundRect">
            <a:avLst/>
          </a:prstGeom>
          <a:solidFill>
            <a:srgbClr val="FADEF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3200" b="1" dirty="0">
                <a:solidFill>
                  <a:srgbClr val="FF0000"/>
                </a:solidFill>
                <a:latin typeface="黑体" panose="02010609060101010101" pitchFamily="49" charset="-122"/>
                <a:ea typeface="黑体" panose="02010609060101010101" pitchFamily="49" charset="-122"/>
              </a:rPr>
              <a:t>“女性与</a:t>
            </a:r>
            <a:r>
              <a:rPr lang="zh-CN" altLang="zh-CN" sz="3200" b="1" dirty="0">
                <a:solidFill>
                  <a:srgbClr val="FF0000"/>
                </a:solidFill>
                <a:latin typeface="黑体" panose="02010609060101010101" pitchFamily="49" charset="-122"/>
                <a:ea typeface="黑体" panose="02010609060101010101" pitchFamily="49" charset="-122"/>
              </a:rPr>
              <a:t>空间” </a:t>
            </a:r>
            <a:endParaRPr lang="en-US" altLang="zh-CN" sz="3200" b="1" dirty="0">
              <a:solidFill>
                <a:srgbClr val="FF0000"/>
              </a:solidFill>
              <a:latin typeface="黑体" panose="02010609060101010101" pitchFamily="49" charset="-122"/>
              <a:ea typeface="黑体" panose="02010609060101010101" pitchFamily="49" charset="-122"/>
            </a:endParaRPr>
          </a:p>
          <a:p>
            <a:pPr algn="ctr">
              <a:defRPr/>
            </a:pPr>
            <a:r>
              <a:rPr lang="zh-CN" altLang="zh-CN" sz="3200" b="1" dirty="0">
                <a:solidFill>
                  <a:srgbClr val="FF0000"/>
                </a:solidFill>
                <a:latin typeface="黑体" panose="02010609060101010101" pitchFamily="49" charset="-122"/>
                <a:ea typeface="黑体" panose="02010609060101010101" pitchFamily="49" charset="-122"/>
              </a:rPr>
              <a:t>文</a:t>
            </a:r>
            <a:r>
              <a:rPr lang="zh-CN" altLang="en-US" sz="3200" b="1" dirty="0">
                <a:solidFill>
                  <a:srgbClr val="FF0000"/>
                </a:solidFill>
                <a:latin typeface="黑体" panose="02010609060101010101" pitchFamily="49" charset="-122"/>
                <a:ea typeface="黑体" panose="02010609060101010101" pitchFamily="49" charset="-122"/>
              </a:rPr>
              <a:t>本</a:t>
            </a:r>
            <a:r>
              <a:rPr lang="zh-CN" altLang="zh-CN" sz="3200" b="1" dirty="0">
                <a:solidFill>
                  <a:srgbClr val="FF0000"/>
                </a:solidFill>
                <a:latin typeface="黑体" panose="02010609060101010101" pitchFamily="49" charset="-122"/>
                <a:ea typeface="黑体" panose="02010609060101010101" pitchFamily="49" charset="-122"/>
              </a:rPr>
              <a:t>分析</a:t>
            </a:r>
            <a:r>
              <a:rPr lang="en-US" altLang="zh-CN" sz="3200" b="1" dirty="0">
                <a:solidFill>
                  <a:srgbClr val="FF0000"/>
                </a:solidFill>
                <a:latin typeface="黑体" panose="02010609060101010101" pitchFamily="49" charset="-122"/>
                <a:ea typeface="黑体" panose="02010609060101010101" pitchFamily="49" charset="-122"/>
              </a:rPr>
              <a:t>+</a:t>
            </a:r>
            <a:r>
              <a:rPr lang="zh-CN" altLang="zh-CN" sz="3200" b="1" dirty="0">
                <a:solidFill>
                  <a:srgbClr val="FF0000"/>
                </a:solidFill>
                <a:latin typeface="黑体" panose="02010609060101010101" pitchFamily="49" charset="-122"/>
                <a:ea typeface="黑体" panose="02010609060101010101" pitchFamily="49" charset="-122"/>
              </a:rPr>
              <a:t>知识图谱</a:t>
            </a:r>
            <a:r>
              <a:rPr lang="en-US" altLang="zh-CN" sz="3200" b="1" dirty="0">
                <a:solidFill>
                  <a:srgbClr val="FF0000"/>
                </a:solidFill>
                <a:latin typeface="黑体" panose="02010609060101010101" pitchFamily="49" charset="-122"/>
                <a:ea typeface="黑体" panose="02010609060101010101" pitchFamily="49" charset="-122"/>
              </a:rPr>
              <a:t>+</a:t>
            </a:r>
            <a:r>
              <a:rPr lang="zh-CN" altLang="zh-CN" sz="3200" b="1" dirty="0">
                <a:solidFill>
                  <a:srgbClr val="FF0000"/>
                </a:solidFill>
                <a:latin typeface="黑体" panose="02010609060101010101" pitchFamily="49" charset="-122"/>
                <a:ea typeface="黑体" panose="02010609060101010101" pitchFamily="49" charset="-122"/>
              </a:rPr>
              <a:t>课堂应用</a:t>
            </a:r>
            <a:endParaRPr lang="zh-CN" altLang="zh-CN" sz="3200" b="1" dirty="0">
              <a:solidFill>
                <a:srgbClr val="FF0000"/>
              </a:solidFill>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blinds(horizontal)">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checkerboard(across)">
                                      <p:cBhvr>
                                        <p:cTn id="12" dur="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1000"/>
                                        <p:tgtEl>
                                          <p:spTgt spid="6"/>
                                        </p:tgtEl>
                                      </p:cBhvr>
                                    </p:animEffect>
                                    <p:anim calcmode="lin" valueType="num">
                                      <p:cBhvr>
                                        <p:cTn id="18" dur="1000" fill="hold"/>
                                        <p:tgtEl>
                                          <p:spTgt spid="6"/>
                                        </p:tgtEl>
                                        <p:attrNameLst>
                                          <p:attrName>ppt_x</p:attrName>
                                        </p:attrNameLst>
                                      </p:cBhvr>
                                      <p:tavLst>
                                        <p:tav tm="0">
                                          <p:val>
                                            <p:strVal val="#ppt_x"/>
                                          </p:val>
                                        </p:tav>
                                        <p:tav tm="100000">
                                          <p:val>
                                            <p:strVal val="#ppt_x"/>
                                          </p:val>
                                        </p:tav>
                                      </p:tavLst>
                                    </p:anim>
                                    <p:anim calcmode="lin" valueType="num">
                                      <p:cBhvr>
                                        <p:cTn id="1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6" grpId="0"/>
      <p:bldP spid="6"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a:spLocks noChangeArrowheads="1"/>
          </p:cNvSpPr>
          <p:nvPr/>
        </p:nvSpPr>
        <p:spPr bwMode="auto">
          <a:xfrm>
            <a:off x="918354" y="1256465"/>
            <a:ext cx="6408877" cy="5129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indent="-457200" eaLnBrk="1" hangingPunct="1">
              <a:lnSpc>
                <a:spcPct val="120000"/>
              </a:lnSpc>
              <a:buFont typeface="Wingdings" panose="05000000000000000000" pitchFamily="2" charset="2"/>
              <a:buChar char="l"/>
            </a:pPr>
            <a:r>
              <a:rPr lang="zh-CN" altLang="zh-CN" sz="3465" b="1" dirty="0">
                <a:latin typeface="楷体_GB2312" pitchFamily="49" charset="-122"/>
                <a:ea typeface="楷体_GB2312" pitchFamily="49" charset="-122"/>
              </a:rPr>
              <a:t>一是如何让西方的空间理论真正“落地”在鲁迅的文本里</a:t>
            </a:r>
            <a:r>
              <a:rPr lang="zh-CN" altLang="en-US" sz="3465" b="1" dirty="0">
                <a:latin typeface="楷体_GB2312" pitchFamily="49" charset="-122"/>
                <a:ea typeface="楷体_GB2312" pitchFamily="49" charset="-122"/>
              </a:rPr>
              <a:t>；</a:t>
            </a:r>
            <a:endParaRPr lang="en-US" altLang="zh-CN" sz="3465" b="1" dirty="0">
              <a:latin typeface="楷体_GB2312" pitchFamily="49" charset="-122"/>
              <a:ea typeface="楷体_GB2312" pitchFamily="49" charset="-122"/>
            </a:endParaRPr>
          </a:p>
          <a:p>
            <a:pPr marL="457200" indent="-457200" eaLnBrk="1" hangingPunct="1">
              <a:lnSpc>
                <a:spcPct val="120000"/>
              </a:lnSpc>
              <a:buFont typeface="Wingdings" panose="05000000000000000000" pitchFamily="2" charset="2"/>
              <a:buChar char="l"/>
            </a:pPr>
            <a:r>
              <a:rPr lang="zh-CN" altLang="zh-CN" sz="3465" b="1" dirty="0">
                <a:latin typeface="楷体_GB2312" pitchFamily="49" charset="-122"/>
                <a:ea typeface="楷体_GB2312" pitchFamily="49" charset="-122"/>
              </a:rPr>
              <a:t>二是如何在浩如烟海的零散文本中建立一个具有一定普适性的女性分类体系；</a:t>
            </a:r>
            <a:endParaRPr lang="en-US" altLang="zh-CN" sz="3465" b="1" dirty="0">
              <a:latin typeface="楷体_GB2312" pitchFamily="49" charset="-122"/>
              <a:ea typeface="楷体_GB2312" pitchFamily="49" charset="-122"/>
            </a:endParaRPr>
          </a:p>
          <a:p>
            <a:pPr marL="457200" indent="-457200" eaLnBrk="1" hangingPunct="1">
              <a:lnSpc>
                <a:spcPct val="120000"/>
              </a:lnSpc>
              <a:buFont typeface="Wingdings" panose="05000000000000000000" pitchFamily="2" charset="2"/>
              <a:buChar char="l"/>
            </a:pPr>
            <a:r>
              <a:rPr lang="zh-CN" altLang="zh-CN" sz="3465" b="1" dirty="0">
                <a:latin typeface="楷体_GB2312" pitchFamily="49" charset="-122"/>
                <a:ea typeface="楷体_GB2312" pitchFamily="49" charset="-122"/>
              </a:rPr>
              <a:t>三是文科团队攻克技术难题，做出一个好用的网页工具。</a:t>
            </a:r>
            <a:endParaRPr lang="zh-CN" altLang="zh-CN" sz="3465" b="1" dirty="0">
              <a:latin typeface="楷体_GB2312" pitchFamily="49" charset="-122"/>
              <a:ea typeface="楷体_GB2312" pitchFamily="49" charset="-122"/>
            </a:endParaRPr>
          </a:p>
          <a:p>
            <a:pPr eaLnBrk="1" hangingPunct="1">
              <a:lnSpc>
                <a:spcPct val="120000"/>
              </a:lnSpc>
            </a:pPr>
            <a:endParaRPr lang="zh-CN" altLang="en-US" sz="3465" b="1" dirty="0">
              <a:latin typeface="楷体_GB2312" pitchFamily="49" charset="-122"/>
              <a:ea typeface="楷体_GB2312" pitchFamily="49" charset="-122"/>
            </a:endParaRPr>
          </a:p>
        </p:txBody>
      </p:sp>
      <p:pic>
        <p:nvPicPr>
          <p:cNvPr id="16385" name="Picture 1" descr="E:\2017春\上课课件\制作\人七语下\图片\01300000342361131895521761120.jpg"/>
          <p:cNvPicPr>
            <a:picLocks noChangeAspect="1" noChangeArrowheads="1"/>
          </p:cNvPicPr>
          <p:nvPr/>
        </p:nvPicPr>
        <p:blipFill>
          <a:blip r:embed="rId1" cstate="email"/>
          <a:srcRect/>
          <a:stretch>
            <a:fillRect/>
          </a:stretch>
        </p:blipFill>
        <p:spPr bwMode="auto">
          <a:xfrm>
            <a:off x="7784431" y="1621074"/>
            <a:ext cx="3922295" cy="3940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矩形 4"/>
          <p:cNvSpPr/>
          <p:nvPr/>
        </p:nvSpPr>
        <p:spPr>
          <a:xfrm>
            <a:off x="567814" y="472310"/>
            <a:ext cx="3654811" cy="584775"/>
          </a:xfrm>
          <a:prstGeom prst="rect">
            <a:avLst/>
          </a:prstGeom>
        </p:spPr>
        <p:txBody>
          <a:bodyPr wrap="square">
            <a:spAutoFit/>
          </a:bodyPr>
          <a:lstStyle/>
          <a:p>
            <a:pPr algn="dist"/>
            <a:r>
              <a:rPr lang="zh-CN" altLang="en-US" sz="3200" dirty="0">
                <a:solidFill>
                  <a:schemeClr val="tx1">
                    <a:lumMod val="75000"/>
                    <a:lumOff val="25000"/>
                  </a:schemeClr>
                </a:solidFill>
                <a:latin typeface="南宋书局体" panose="02000000000000000000" pitchFamily="2" charset="-122"/>
                <a:ea typeface="南宋书局体" panose="02000000000000000000" pitchFamily="2" charset="-122"/>
              </a:rPr>
              <a:t>三重挑战</a:t>
            </a:r>
            <a:endParaRPr lang="zh-CN" altLang="en-US" sz="3200" dirty="0">
              <a:solidFill>
                <a:schemeClr val="tx1">
                  <a:lumMod val="75000"/>
                  <a:lumOff val="25000"/>
                </a:schemeClr>
              </a:solidFill>
              <a:latin typeface="南宋书局体" panose="02000000000000000000" pitchFamily="2" charset="-122"/>
              <a:ea typeface="南宋书局体" panose="02000000000000000000"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6385"/>
                                        </p:tgtEl>
                                        <p:attrNameLst>
                                          <p:attrName>style.visibility</p:attrName>
                                        </p:attrNameLst>
                                      </p:cBhvr>
                                      <p:to>
                                        <p:strVal val="visible"/>
                                      </p:to>
                                    </p:set>
                                    <p:animEffect transition="in" filter="fade">
                                      <p:cBhvr>
                                        <p:cTn id="12" dur="1000"/>
                                        <p:tgtEl>
                                          <p:spTgt spid="16385"/>
                                        </p:tgtEl>
                                      </p:cBhvr>
                                    </p:animEffect>
                                    <p:anim calcmode="lin" valueType="num">
                                      <p:cBhvr>
                                        <p:cTn id="13" dur="1000" fill="hold"/>
                                        <p:tgtEl>
                                          <p:spTgt spid="16385"/>
                                        </p:tgtEl>
                                        <p:attrNameLst>
                                          <p:attrName>ppt_x</p:attrName>
                                        </p:attrNameLst>
                                      </p:cBhvr>
                                      <p:tavLst>
                                        <p:tav tm="0">
                                          <p:val>
                                            <p:strVal val="#ppt_x"/>
                                          </p:val>
                                        </p:tav>
                                        <p:tav tm="100000">
                                          <p:val>
                                            <p:strVal val="#ppt_x"/>
                                          </p:val>
                                        </p:tav>
                                      </p:tavLst>
                                    </p:anim>
                                    <p:anim calcmode="lin" valueType="num">
                                      <p:cBhvr>
                                        <p:cTn id="14" dur="1000" fill="hold"/>
                                        <p:tgtEl>
                                          <p:spTgt spid="1638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a:picLocks noChangeAspect="1"/>
          </p:cNvPicPr>
          <p:nvPr/>
        </p:nvPicPr>
        <p:blipFill rotWithShape="1">
          <a:blip r:embed="rId1" cstate="screen"/>
          <a:srcRect b="-2"/>
          <a:stretch>
            <a:fillRect/>
          </a:stretch>
        </p:blipFill>
        <p:spPr>
          <a:xfrm>
            <a:off x="0" y="2990849"/>
            <a:ext cx="12192000" cy="3867151"/>
          </a:xfrm>
          <a:prstGeom prst="rect">
            <a:avLst/>
          </a:prstGeom>
        </p:spPr>
      </p:pic>
      <p:sp>
        <p:nvSpPr>
          <p:cNvPr id="13" name="矩形 12"/>
          <p:cNvSpPr/>
          <p:nvPr/>
        </p:nvSpPr>
        <p:spPr>
          <a:xfrm>
            <a:off x="0" y="2990849"/>
            <a:ext cx="12192000" cy="3867151"/>
          </a:xfrm>
          <a:prstGeom prst="rect">
            <a:avLst/>
          </a:prstGeom>
          <a:solidFill>
            <a:schemeClr val="accent1">
              <a:alpha val="92000"/>
            </a:schemeClr>
          </a:solidFill>
          <a:ln w="0">
            <a:noFill/>
          </a:ln>
          <a:effectLst>
            <a:outerShdw blurRad="254000" dist="63500" sx="102000" sy="102000" algn="ctr" rotWithShape="0">
              <a:srgbClr val="000000">
                <a:alpha val="12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3" name="椭圆 2"/>
          <p:cNvSpPr/>
          <p:nvPr/>
        </p:nvSpPr>
        <p:spPr>
          <a:xfrm>
            <a:off x="5096782" y="1991631"/>
            <a:ext cx="1998436" cy="1998436"/>
          </a:xfrm>
          <a:prstGeom prst="ellipse">
            <a:avLst/>
          </a:prstGeom>
          <a:solidFill>
            <a:schemeClr val="bg1"/>
          </a:solidFill>
          <a:ln w="19050">
            <a:solidFill>
              <a:schemeClr val="bg1"/>
            </a:solidFill>
          </a:ln>
          <a:effectLst>
            <a:outerShdw blurRad="342900" sx="101000" sy="101000" algn="ctr" rotWithShape="0">
              <a:prstClr val="black">
                <a:alpha val="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4" name="椭圆 3"/>
          <p:cNvSpPr/>
          <p:nvPr/>
        </p:nvSpPr>
        <p:spPr>
          <a:xfrm>
            <a:off x="4880655" y="1738766"/>
            <a:ext cx="2430689" cy="2430689"/>
          </a:xfrm>
          <a:prstGeom prst="ellipse">
            <a:avLst/>
          </a:prstGeom>
          <a:no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5" name="文本框 4"/>
          <p:cNvSpPr txBox="1"/>
          <p:nvPr/>
        </p:nvSpPr>
        <p:spPr>
          <a:xfrm>
            <a:off x="4815390" y="4600695"/>
            <a:ext cx="2599317" cy="369332"/>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200" normalizeH="0" baseline="0" noProof="0">
                <a:ln>
                  <a:noFill/>
                </a:ln>
                <a:solidFill>
                  <a:prstClr val="white"/>
                </a:solidFill>
                <a:effectLst/>
                <a:uLnTx/>
                <a:uFillTx/>
                <a:cs typeface="+mn-ea"/>
                <a:sym typeface="+mn-lt"/>
              </a:rPr>
              <a:t>第二部分</a:t>
            </a:r>
            <a:endParaRPr kumimoji="0" lang="zh-CN" altLang="en-US" sz="2400" b="0" i="0" u="none" strike="noStrike" kern="1200" cap="none" spc="200" normalizeH="0" baseline="0" noProof="0" dirty="0">
              <a:ln>
                <a:noFill/>
              </a:ln>
              <a:solidFill>
                <a:prstClr val="white"/>
              </a:solidFill>
              <a:effectLst/>
              <a:uLnTx/>
              <a:uFillTx/>
              <a:cs typeface="+mn-ea"/>
              <a:sym typeface="+mn-lt"/>
            </a:endParaRPr>
          </a:p>
        </p:txBody>
      </p:sp>
      <p:sp>
        <p:nvSpPr>
          <p:cNvPr id="6" name="文本框 5"/>
          <p:cNvSpPr txBox="1"/>
          <p:nvPr/>
        </p:nvSpPr>
        <p:spPr>
          <a:xfrm>
            <a:off x="3209582" y="5069926"/>
            <a:ext cx="5810932" cy="615553"/>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000" i="0" u="none" strike="noStrike" kern="1200" cap="none" spc="200" normalizeH="0" baseline="0" noProof="0" dirty="0">
                <a:ln>
                  <a:noFill/>
                </a:ln>
                <a:solidFill>
                  <a:prstClr val="white"/>
                </a:solidFill>
                <a:effectLst/>
                <a:uLnTx/>
                <a:uFillTx/>
                <a:latin typeface="思源宋体 CN Heavy" panose="02020900000000000000" pitchFamily="18" charset="-122"/>
                <a:ea typeface="思源宋体 CN Heavy" panose="02020900000000000000" pitchFamily="18" charset="-122"/>
                <a:cs typeface="+mn-ea"/>
                <a:sym typeface="+mn-lt"/>
              </a:rPr>
              <a:t>学术史梳理与人物分类</a:t>
            </a:r>
            <a:endParaRPr kumimoji="0" lang="zh-CN" altLang="en-US" sz="4000" i="0" u="none" strike="noStrike" kern="1200" cap="none" spc="200" normalizeH="0" baseline="0" noProof="0" dirty="0">
              <a:ln>
                <a:noFill/>
              </a:ln>
              <a:solidFill>
                <a:prstClr val="white"/>
              </a:solidFill>
              <a:effectLst/>
              <a:uLnTx/>
              <a:uFillTx/>
              <a:latin typeface="思源宋体 CN Heavy" panose="02020900000000000000" pitchFamily="18" charset="-122"/>
              <a:ea typeface="思源宋体 CN Heavy" panose="02020900000000000000" pitchFamily="18" charset="-122"/>
              <a:cs typeface="+mn-ea"/>
              <a:sym typeface="+mn-lt"/>
            </a:endParaRPr>
          </a:p>
        </p:txBody>
      </p:sp>
      <p:cxnSp>
        <p:nvCxnSpPr>
          <p:cNvPr id="7" name="直接连接符 6"/>
          <p:cNvCxnSpPr/>
          <p:nvPr/>
        </p:nvCxnSpPr>
        <p:spPr>
          <a:xfrm>
            <a:off x="5944510" y="6519333"/>
            <a:ext cx="302981"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14" name="图形 13"/>
          <p:cNvPicPr>
            <a:picLocks noChangeAspect="1"/>
          </p:cNvPicPr>
          <p:nvPr/>
        </p:nvPicPr>
        <p:blipFill>
          <a:blip r:embed="rId2" cstate="screen">
            <a:extLst>
              <a:ext uri="{96DAC541-7B7A-43D3-8B79-37D633B846F1}">
                <asvg:svgBlip xmlns:asvg="http://schemas.microsoft.com/office/drawing/2016/SVG/main" r:embed="rId3"/>
              </a:ext>
            </a:extLst>
          </a:blip>
          <a:stretch>
            <a:fillRect/>
          </a:stretch>
        </p:blipFill>
        <p:spPr>
          <a:xfrm>
            <a:off x="5269005" y="2163855"/>
            <a:ext cx="1653988" cy="1653988"/>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12192000" cy="6858000"/>
          </a:xfrm>
          <a:prstGeom prst="rect">
            <a:avLst/>
          </a:prstGeom>
          <a:solidFill>
            <a:srgbClr val="00206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266700" y="257951"/>
            <a:ext cx="11658600" cy="6342098"/>
          </a:xfrm>
          <a:prstGeom prst="rect">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图片 3"/>
          <p:cNvPicPr>
            <a:picLocks noChangeAspect="1"/>
          </p:cNvPicPr>
          <p:nvPr/>
        </p:nvPicPr>
        <p:blipFill>
          <a:blip r:embed="rId1">
            <a:extLst>
              <a:ext uri="{28A0092B-C50C-407E-A947-70E740481C1C}">
                <a14:useLocalDpi xmlns:a14="http://schemas.microsoft.com/office/drawing/2010/main" val="0"/>
              </a:ext>
            </a:extLst>
          </a:blip>
          <a:srcRect l="17664" t="1489" r="2738"/>
          <a:stretch>
            <a:fillRect/>
          </a:stretch>
        </p:blipFill>
        <p:spPr>
          <a:xfrm>
            <a:off x="266699" y="257951"/>
            <a:ext cx="6755930" cy="6342098"/>
          </a:xfrm>
          <a:custGeom>
            <a:avLst/>
            <a:gdLst>
              <a:gd name="connsiteX0" fmla="*/ 0 w 8022758"/>
              <a:gd name="connsiteY0" fmla="*/ 0 h 6342098"/>
              <a:gd name="connsiteX1" fmla="*/ 8022758 w 8022758"/>
              <a:gd name="connsiteY1" fmla="*/ 0 h 6342098"/>
              <a:gd name="connsiteX2" fmla="*/ 8022758 w 8022758"/>
              <a:gd name="connsiteY2" fmla="*/ 6342098 h 6342098"/>
              <a:gd name="connsiteX3" fmla="*/ 0 w 8022758"/>
              <a:gd name="connsiteY3" fmla="*/ 6342098 h 6342098"/>
            </a:gdLst>
            <a:ahLst/>
            <a:cxnLst>
              <a:cxn ang="0">
                <a:pos x="connsiteX0" y="connsiteY0"/>
              </a:cxn>
              <a:cxn ang="0">
                <a:pos x="connsiteX1" y="connsiteY1"/>
              </a:cxn>
              <a:cxn ang="0">
                <a:pos x="connsiteX2" y="connsiteY2"/>
              </a:cxn>
              <a:cxn ang="0">
                <a:pos x="connsiteX3" y="connsiteY3"/>
              </a:cxn>
            </a:cxnLst>
            <a:rect l="l" t="t" r="r" b="b"/>
            <a:pathLst>
              <a:path w="8022758" h="6342098">
                <a:moveTo>
                  <a:pt x="0" y="0"/>
                </a:moveTo>
                <a:lnTo>
                  <a:pt x="8022758" y="0"/>
                </a:lnTo>
                <a:lnTo>
                  <a:pt x="8022758" y="6342098"/>
                </a:lnTo>
                <a:lnTo>
                  <a:pt x="0" y="6342098"/>
                </a:lnTo>
                <a:close/>
              </a:path>
            </a:pathLst>
          </a:custGeom>
        </p:spPr>
      </p:pic>
      <p:sp>
        <p:nvSpPr>
          <p:cNvPr id="5" name="矩形 4"/>
          <p:cNvSpPr/>
          <p:nvPr/>
        </p:nvSpPr>
        <p:spPr>
          <a:xfrm>
            <a:off x="266699" y="257951"/>
            <a:ext cx="11658601" cy="6342098"/>
          </a:xfrm>
          <a:prstGeom prst="rect">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zh-CN" dirty="0"/>
              <a:t>包亚明编</a:t>
            </a:r>
            <a:r>
              <a:rPr lang="en-US" altLang="zh-CN" dirty="0"/>
              <a:t>:</a:t>
            </a:r>
            <a:r>
              <a:rPr lang="zh-CN" altLang="zh-CN" dirty="0"/>
              <a:t>《后现代性与地理学的政治》</a:t>
            </a:r>
            <a:r>
              <a:rPr lang="en-US" altLang="zh-CN" dirty="0"/>
              <a:t>, </a:t>
            </a:r>
            <a:r>
              <a:rPr lang="zh-CN" altLang="zh-CN" dirty="0"/>
              <a:t>上海教育出版社</a:t>
            </a:r>
            <a:r>
              <a:rPr lang="en-US" altLang="zh-CN" dirty="0"/>
              <a:t>2001</a:t>
            </a:r>
            <a:r>
              <a:rPr lang="zh-CN" altLang="zh-CN" dirty="0"/>
              <a:t>年版</a:t>
            </a:r>
            <a:endParaRPr lang="zh-CN" altLang="en-US" dirty="0"/>
          </a:p>
        </p:txBody>
      </p:sp>
      <p:pic>
        <p:nvPicPr>
          <p:cNvPr id="6" name="图片 5"/>
          <p:cNvPicPr>
            <a:picLocks noChangeAspect="1"/>
          </p:cNvPicPr>
          <p:nvPr/>
        </p:nvPicPr>
        <p:blipFill>
          <a:blip r:embed="rId2"/>
          <a:stretch>
            <a:fillRect/>
          </a:stretch>
        </p:blipFill>
        <p:spPr>
          <a:xfrm>
            <a:off x="567814" y="1348257"/>
            <a:ext cx="4715761" cy="3373877"/>
          </a:xfrm>
          <a:prstGeom prst="rect">
            <a:avLst/>
          </a:prstGeom>
        </p:spPr>
      </p:pic>
      <p:sp>
        <p:nvSpPr>
          <p:cNvPr id="8" name="矩形 7"/>
          <p:cNvSpPr/>
          <p:nvPr/>
        </p:nvSpPr>
        <p:spPr>
          <a:xfrm>
            <a:off x="567814" y="472310"/>
            <a:ext cx="3654811" cy="584775"/>
          </a:xfrm>
          <a:prstGeom prst="rect">
            <a:avLst/>
          </a:prstGeom>
        </p:spPr>
        <p:txBody>
          <a:bodyPr wrap="square">
            <a:spAutoFit/>
          </a:bodyPr>
          <a:lstStyle/>
          <a:p>
            <a:pPr algn="dist"/>
            <a:r>
              <a:rPr lang="zh-CN" altLang="en-US" sz="3200" dirty="0">
                <a:solidFill>
                  <a:schemeClr val="tx1">
                    <a:lumMod val="75000"/>
                    <a:lumOff val="25000"/>
                  </a:schemeClr>
                </a:solidFill>
                <a:latin typeface="南宋书局体" panose="02000000000000000000" pitchFamily="2" charset="-122"/>
                <a:ea typeface="南宋书局体" panose="02000000000000000000" pitchFamily="2" charset="-122"/>
              </a:rPr>
              <a:t>参考文献及版本</a:t>
            </a:r>
            <a:endParaRPr lang="zh-CN" altLang="en-US" sz="3200" dirty="0">
              <a:solidFill>
                <a:schemeClr val="tx1">
                  <a:lumMod val="75000"/>
                  <a:lumOff val="25000"/>
                </a:schemeClr>
              </a:solidFill>
              <a:latin typeface="南宋书局体" panose="02000000000000000000" pitchFamily="2" charset="-122"/>
              <a:ea typeface="南宋书局体" panose="02000000000000000000" pitchFamily="2" charset="-122"/>
            </a:endParaRPr>
          </a:p>
        </p:txBody>
      </p:sp>
      <p:sp>
        <p:nvSpPr>
          <p:cNvPr id="11" name="文本框 10"/>
          <p:cNvSpPr txBox="1"/>
          <p:nvPr/>
        </p:nvSpPr>
        <p:spPr>
          <a:xfrm>
            <a:off x="579770" y="4901848"/>
            <a:ext cx="4715760" cy="646331"/>
          </a:xfrm>
          <a:prstGeom prst="rect">
            <a:avLst/>
          </a:prstGeom>
          <a:noFill/>
        </p:spPr>
        <p:txBody>
          <a:bodyPr wrap="square">
            <a:spAutoFit/>
          </a:bodyPr>
          <a:lstStyle/>
          <a:p>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鲁迅著</a:t>
            </a:r>
            <a:r>
              <a:rPr lang="zh-CN" altLang="zh-CN" sz="1800" dirty="0">
                <a:latin typeface="Times New Roman" panose="02020603050405020304" pitchFamily="18" charset="0"/>
                <a:ea typeface="微软雅黑" panose="020B0503020204020204" pitchFamily="34" charset="-122"/>
                <a:cs typeface="Times New Roman" panose="02020603050405020304" pitchFamily="18" charset="0"/>
              </a:rPr>
              <a:t>《鲁迅全集》</a:t>
            </a: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人民文学出版社</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2005</a:t>
            </a:r>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年版</a:t>
            </a:r>
            <a:endParaRPr lang="zh-CN" altLang="en-US" dirty="0">
              <a:latin typeface="Times New Roman" panose="02020603050405020304" pitchFamily="18" charset="0"/>
              <a:cs typeface="Times New Roman" panose="02020603050405020304" pitchFamily="18" charset="0"/>
            </a:endParaRPr>
          </a:p>
        </p:txBody>
      </p:sp>
      <p:pic>
        <p:nvPicPr>
          <p:cNvPr id="13" name="图片 12"/>
          <p:cNvPicPr>
            <a:picLocks noChangeAspect="1"/>
          </p:cNvPicPr>
          <p:nvPr/>
        </p:nvPicPr>
        <p:blipFill>
          <a:blip r:embed="rId3"/>
          <a:stretch>
            <a:fillRect/>
          </a:stretch>
        </p:blipFill>
        <p:spPr>
          <a:xfrm>
            <a:off x="5752497" y="1351676"/>
            <a:ext cx="2325030" cy="3373877"/>
          </a:xfrm>
          <a:prstGeom prst="rect">
            <a:avLst/>
          </a:prstGeom>
        </p:spPr>
      </p:pic>
      <p:sp>
        <p:nvSpPr>
          <p:cNvPr id="14" name="文本框 13"/>
          <p:cNvSpPr txBox="1"/>
          <p:nvPr/>
        </p:nvSpPr>
        <p:spPr>
          <a:xfrm>
            <a:off x="5698943" y="4983504"/>
            <a:ext cx="5063841" cy="646331"/>
          </a:xfrm>
          <a:prstGeom prst="rect">
            <a:avLst/>
          </a:prstGeom>
          <a:noFill/>
        </p:spPr>
        <p:txBody>
          <a:bodyPr wrap="square">
            <a:spAutoFit/>
          </a:bodyPr>
          <a:lstStyle/>
          <a:p>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包亚明</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主</a:t>
            </a:r>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编《后现代性与地理学的政治</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上海教育出版社</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2001</a:t>
            </a:r>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年版</a:t>
            </a:r>
            <a:endParaRPr lang="zh-CN" altLang="en-US"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6" name="文本框 15"/>
          <p:cNvSpPr txBox="1"/>
          <p:nvPr/>
        </p:nvSpPr>
        <p:spPr>
          <a:xfrm>
            <a:off x="10762785" y="6951691"/>
            <a:ext cx="2325030" cy="1477328"/>
          </a:xfrm>
          <a:prstGeom prst="rect">
            <a:avLst/>
          </a:prstGeom>
          <a:noFill/>
        </p:spPr>
        <p:txBody>
          <a:bodyPr wrap="square">
            <a:spAutoFit/>
          </a:bodyPr>
          <a:lstStyle/>
          <a:p>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（法）</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M·</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福柯</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(Michael </a:t>
            </a:r>
            <a:r>
              <a:rPr lang="en-US" altLang="zh-CN" dirty="0" err="1">
                <a:latin typeface="Times New Roman" panose="02020603050405020304" pitchFamily="18" charset="0"/>
                <a:ea typeface="微软雅黑" panose="020B0503020204020204" pitchFamily="34" charset="-122"/>
                <a:cs typeface="Times New Roman" panose="02020603050405020304" pitchFamily="18" charset="0"/>
              </a:rPr>
              <a:t>Focalt</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空间、地方与性别</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，首都师范大学出版社</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2018</a:t>
            </a:r>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年版</a:t>
            </a:r>
            <a:endParaRPr lang="zh-CN" altLang="en-US" dirty="0">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10" name="图片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546449" y="1348256"/>
            <a:ext cx="2596604" cy="3373877"/>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12192000" cy="6858000"/>
          </a:xfrm>
          <a:prstGeom prst="rect">
            <a:avLst/>
          </a:prstGeom>
          <a:solidFill>
            <a:srgbClr val="00206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266700" y="257951"/>
            <a:ext cx="11658600" cy="6342098"/>
          </a:xfrm>
          <a:prstGeom prst="rect">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图片 3"/>
          <p:cNvPicPr>
            <a:picLocks noChangeAspect="1"/>
          </p:cNvPicPr>
          <p:nvPr/>
        </p:nvPicPr>
        <p:blipFill>
          <a:blip r:embed="rId1">
            <a:extLst>
              <a:ext uri="{28A0092B-C50C-407E-A947-70E740481C1C}">
                <a14:useLocalDpi xmlns:a14="http://schemas.microsoft.com/office/drawing/2010/main" val="0"/>
              </a:ext>
            </a:extLst>
          </a:blip>
          <a:srcRect l="17664" t="1489" r="2738"/>
          <a:stretch>
            <a:fillRect/>
          </a:stretch>
        </p:blipFill>
        <p:spPr>
          <a:xfrm>
            <a:off x="266699" y="257951"/>
            <a:ext cx="6755930" cy="6342098"/>
          </a:xfrm>
          <a:custGeom>
            <a:avLst/>
            <a:gdLst>
              <a:gd name="connsiteX0" fmla="*/ 0 w 8022758"/>
              <a:gd name="connsiteY0" fmla="*/ 0 h 6342098"/>
              <a:gd name="connsiteX1" fmla="*/ 8022758 w 8022758"/>
              <a:gd name="connsiteY1" fmla="*/ 0 h 6342098"/>
              <a:gd name="connsiteX2" fmla="*/ 8022758 w 8022758"/>
              <a:gd name="connsiteY2" fmla="*/ 6342098 h 6342098"/>
              <a:gd name="connsiteX3" fmla="*/ 0 w 8022758"/>
              <a:gd name="connsiteY3" fmla="*/ 6342098 h 6342098"/>
            </a:gdLst>
            <a:ahLst/>
            <a:cxnLst>
              <a:cxn ang="0">
                <a:pos x="connsiteX0" y="connsiteY0"/>
              </a:cxn>
              <a:cxn ang="0">
                <a:pos x="connsiteX1" y="connsiteY1"/>
              </a:cxn>
              <a:cxn ang="0">
                <a:pos x="connsiteX2" y="connsiteY2"/>
              </a:cxn>
              <a:cxn ang="0">
                <a:pos x="connsiteX3" y="connsiteY3"/>
              </a:cxn>
            </a:cxnLst>
            <a:rect l="l" t="t" r="r" b="b"/>
            <a:pathLst>
              <a:path w="8022758" h="6342098">
                <a:moveTo>
                  <a:pt x="0" y="0"/>
                </a:moveTo>
                <a:lnTo>
                  <a:pt x="8022758" y="0"/>
                </a:lnTo>
                <a:lnTo>
                  <a:pt x="8022758" y="6342098"/>
                </a:lnTo>
                <a:lnTo>
                  <a:pt x="0" y="6342098"/>
                </a:lnTo>
                <a:close/>
              </a:path>
            </a:pathLst>
          </a:custGeom>
        </p:spPr>
      </p:pic>
      <p:sp>
        <p:nvSpPr>
          <p:cNvPr id="5" name="矩形 4"/>
          <p:cNvSpPr/>
          <p:nvPr/>
        </p:nvSpPr>
        <p:spPr>
          <a:xfrm>
            <a:off x="266699" y="257951"/>
            <a:ext cx="11658601" cy="6342098"/>
          </a:xfrm>
          <a:prstGeom prst="rect">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zh-CN" dirty="0"/>
              <a:t>包亚明编</a:t>
            </a:r>
            <a:r>
              <a:rPr lang="en-US" altLang="zh-CN" dirty="0"/>
              <a:t>:</a:t>
            </a:r>
            <a:r>
              <a:rPr lang="zh-CN" altLang="zh-CN" dirty="0"/>
              <a:t>《后现代性与地理学的政治》</a:t>
            </a:r>
            <a:r>
              <a:rPr lang="en-US" altLang="zh-CN" dirty="0"/>
              <a:t>, </a:t>
            </a:r>
            <a:r>
              <a:rPr lang="zh-CN" altLang="zh-CN" dirty="0"/>
              <a:t>上海教育出版社</a:t>
            </a:r>
            <a:r>
              <a:rPr lang="en-US" altLang="zh-CN" dirty="0"/>
              <a:t>2001</a:t>
            </a:r>
            <a:r>
              <a:rPr lang="zh-CN" altLang="zh-CN" dirty="0"/>
              <a:t>年版</a:t>
            </a:r>
            <a:endParaRPr lang="zh-CN" altLang="en-US" dirty="0"/>
          </a:p>
        </p:txBody>
      </p:sp>
      <p:sp>
        <p:nvSpPr>
          <p:cNvPr id="8" name="矩形 7"/>
          <p:cNvSpPr/>
          <p:nvPr/>
        </p:nvSpPr>
        <p:spPr>
          <a:xfrm>
            <a:off x="567814" y="472310"/>
            <a:ext cx="3654811" cy="584775"/>
          </a:xfrm>
          <a:prstGeom prst="rect">
            <a:avLst/>
          </a:prstGeom>
        </p:spPr>
        <p:txBody>
          <a:bodyPr wrap="square">
            <a:spAutoFit/>
          </a:bodyPr>
          <a:lstStyle/>
          <a:p>
            <a:pPr algn="dist"/>
            <a:r>
              <a:rPr lang="zh-CN" altLang="en-US" sz="3200" dirty="0">
                <a:solidFill>
                  <a:schemeClr val="tx1">
                    <a:lumMod val="75000"/>
                    <a:lumOff val="25000"/>
                  </a:schemeClr>
                </a:solidFill>
                <a:latin typeface="南宋书局体" panose="02000000000000000000" pitchFamily="2" charset="-122"/>
                <a:ea typeface="南宋书局体" panose="02000000000000000000" pitchFamily="2" charset="-122"/>
              </a:rPr>
              <a:t>参考文献及版本</a:t>
            </a:r>
            <a:endParaRPr lang="zh-CN" altLang="en-US" sz="3200" dirty="0">
              <a:solidFill>
                <a:schemeClr val="tx1">
                  <a:lumMod val="75000"/>
                  <a:lumOff val="25000"/>
                </a:schemeClr>
              </a:solidFill>
              <a:latin typeface="南宋书局体" panose="02000000000000000000" pitchFamily="2" charset="-122"/>
              <a:ea typeface="南宋书局体" panose="02000000000000000000" pitchFamily="2" charset="-122"/>
            </a:endParaRPr>
          </a:p>
        </p:txBody>
      </p:sp>
      <p:sp>
        <p:nvSpPr>
          <p:cNvPr id="11" name="文本框 10"/>
          <p:cNvSpPr txBox="1"/>
          <p:nvPr/>
        </p:nvSpPr>
        <p:spPr>
          <a:xfrm>
            <a:off x="579770" y="4901848"/>
            <a:ext cx="4715760" cy="646331"/>
          </a:xfrm>
          <a:prstGeom prst="rect">
            <a:avLst/>
          </a:prstGeom>
          <a:noFill/>
        </p:spPr>
        <p:txBody>
          <a:bodyPr wrap="square">
            <a:spAutoFit/>
          </a:bodyPr>
          <a:lstStyle/>
          <a:p>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鲁迅著</a:t>
            </a:r>
            <a:r>
              <a:rPr lang="zh-CN" altLang="zh-CN" sz="1800" dirty="0">
                <a:latin typeface="Times New Roman" panose="02020603050405020304" pitchFamily="18" charset="0"/>
                <a:ea typeface="微软雅黑" panose="020B0503020204020204" pitchFamily="34" charset="-122"/>
                <a:cs typeface="Times New Roman" panose="02020603050405020304" pitchFamily="18" charset="0"/>
              </a:rPr>
              <a:t>《鲁迅全集》</a:t>
            </a: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人民文学出版社</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2005</a:t>
            </a:r>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年版</a:t>
            </a:r>
            <a:endParaRPr lang="zh-CN" altLang="en-US" dirty="0">
              <a:latin typeface="Times New Roman" panose="02020603050405020304" pitchFamily="18" charset="0"/>
              <a:cs typeface="Times New Roman" panose="02020603050405020304" pitchFamily="18" charset="0"/>
            </a:endParaRPr>
          </a:p>
        </p:txBody>
      </p:sp>
      <p:sp>
        <p:nvSpPr>
          <p:cNvPr id="14" name="文本框 13"/>
          <p:cNvSpPr txBox="1"/>
          <p:nvPr/>
        </p:nvSpPr>
        <p:spPr>
          <a:xfrm>
            <a:off x="5698944" y="4983504"/>
            <a:ext cx="2325030" cy="923330"/>
          </a:xfrm>
          <a:prstGeom prst="rect">
            <a:avLst/>
          </a:prstGeom>
          <a:noFill/>
        </p:spPr>
        <p:txBody>
          <a:bodyPr wrap="square">
            <a:spAutoFit/>
          </a:bodyPr>
          <a:lstStyle/>
          <a:p>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（法）</a:t>
            </a:r>
            <a:r>
              <a:rPr lang="zh-CN" altLang="zh-CN" dirty="0"/>
              <a:t>亨利</a:t>
            </a:r>
            <a:r>
              <a:rPr lang="en-US" altLang="zh-CN" dirty="0"/>
              <a:t>·</a:t>
            </a:r>
            <a:r>
              <a:rPr lang="zh-CN" altLang="zh-CN" dirty="0"/>
              <a:t>列斐伏尔《空间的生产》 </a:t>
            </a:r>
            <a:r>
              <a:rPr lang="zh-CN" altLang="en-US" dirty="0"/>
              <a:t>，</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商务印书馆</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2001</a:t>
            </a:r>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年版</a:t>
            </a:r>
            <a:endParaRPr lang="zh-CN" altLang="en-US" dirty="0">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15" name="图片 14"/>
          <p:cNvPicPr>
            <a:picLocks noChangeAspect="1"/>
          </p:cNvPicPr>
          <p:nvPr/>
        </p:nvPicPr>
        <p:blipFill>
          <a:blip r:embed="rId2"/>
          <a:stretch>
            <a:fillRect/>
          </a:stretch>
        </p:blipFill>
        <p:spPr>
          <a:xfrm>
            <a:off x="8726326" y="1351676"/>
            <a:ext cx="2325030" cy="3363543"/>
          </a:xfrm>
          <a:prstGeom prst="rect">
            <a:avLst/>
          </a:prstGeom>
        </p:spPr>
      </p:pic>
      <p:pic>
        <p:nvPicPr>
          <p:cNvPr id="17" name="图片 16"/>
          <p:cNvPicPr>
            <a:picLocks noChangeAspect="1"/>
          </p:cNvPicPr>
          <p:nvPr/>
        </p:nvPicPr>
        <p:blipFill>
          <a:blip r:embed="rId3"/>
          <a:stretch>
            <a:fillRect/>
          </a:stretch>
        </p:blipFill>
        <p:spPr>
          <a:xfrm>
            <a:off x="5663964" y="1398995"/>
            <a:ext cx="2392821" cy="3373877"/>
          </a:xfrm>
          <a:prstGeom prst="rect">
            <a:avLst/>
          </a:prstGeom>
        </p:spPr>
      </p:pic>
      <p:pic>
        <p:nvPicPr>
          <p:cNvPr id="18" name="图片 17"/>
          <p:cNvPicPr>
            <a:picLocks noChangeAspect="1"/>
          </p:cNvPicPr>
          <p:nvPr/>
        </p:nvPicPr>
        <p:blipFill>
          <a:blip r:embed="rId4"/>
          <a:stretch>
            <a:fillRect/>
          </a:stretch>
        </p:blipFill>
        <p:spPr>
          <a:xfrm>
            <a:off x="1515113" y="1398995"/>
            <a:ext cx="2445154" cy="3373877"/>
          </a:xfrm>
          <a:prstGeom prst="rect">
            <a:avLst/>
          </a:prstGeom>
        </p:spPr>
      </p:pic>
      <p:sp>
        <p:nvSpPr>
          <p:cNvPr id="19" name="文本框 18"/>
          <p:cNvSpPr txBox="1"/>
          <p:nvPr/>
        </p:nvSpPr>
        <p:spPr>
          <a:xfrm>
            <a:off x="8726326" y="4901848"/>
            <a:ext cx="2325030" cy="1477328"/>
          </a:xfrm>
          <a:prstGeom prst="rect">
            <a:avLst/>
          </a:prstGeom>
          <a:noFill/>
        </p:spPr>
        <p:txBody>
          <a:bodyPr wrap="square">
            <a:spAutoFit/>
          </a:bodyPr>
          <a:lstStyle/>
          <a:p>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（英）多琳</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马西</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(Doreen Massey)</a:t>
            </a:r>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空间、地方与性别</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，首都师范大学出版社</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2018</a:t>
            </a:r>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年版</a:t>
            </a:r>
            <a:endParaRPr lang="zh-CN" altLang="en-US" dirty="0">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12192000" cy="6858000"/>
          </a:xfrm>
          <a:prstGeom prst="rect">
            <a:avLst/>
          </a:prstGeom>
          <a:solidFill>
            <a:srgbClr val="00206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266700" y="257951"/>
            <a:ext cx="11658600" cy="6342098"/>
          </a:xfrm>
          <a:prstGeom prst="rect">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图片 3"/>
          <p:cNvPicPr>
            <a:picLocks noChangeAspect="1"/>
          </p:cNvPicPr>
          <p:nvPr/>
        </p:nvPicPr>
        <p:blipFill>
          <a:blip r:embed="rId1">
            <a:extLst>
              <a:ext uri="{28A0092B-C50C-407E-A947-70E740481C1C}">
                <a14:useLocalDpi xmlns:a14="http://schemas.microsoft.com/office/drawing/2010/main" val="0"/>
              </a:ext>
            </a:extLst>
          </a:blip>
          <a:srcRect l="17664" t="1489" r="2738"/>
          <a:stretch>
            <a:fillRect/>
          </a:stretch>
        </p:blipFill>
        <p:spPr>
          <a:xfrm>
            <a:off x="266699" y="257951"/>
            <a:ext cx="6755930" cy="6342098"/>
          </a:xfrm>
          <a:custGeom>
            <a:avLst/>
            <a:gdLst>
              <a:gd name="connsiteX0" fmla="*/ 0 w 8022758"/>
              <a:gd name="connsiteY0" fmla="*/ 0 h 6342098"/>
              <a:gd name="connsiteX1" fmla="*/ 8022758 w 8022758"/>
              <a:gd name="connsiteY1" fmla="*/ 0 h 6342098"/>
              <a:gd name="connsiteX2" fmla="*/ 8022758 w 8022758"/>
              <a:gd name="connsiteY2" fmla="*/ 6342098 h 6342098"/>
              <a:gd name="connsiteX3" fmla="*/ 0 w 8022758"/>
              <a:gd name="connsiteY3" fmla="*/ 6342098 h 6342098"/>
            </a:gdLst>
            <a:ahLst/>
            <a:cxnLst>
              <a:cxn ang="0">
                <a:pos x="connsiteX0" y="connsiteY0"/>
              </a:cxn>
              <a:cxn ang="0">
                <a:pos x="connsiteX1" y="connsiteY1"/>
              </a:cxn>
              <a:cxn ang="0">
                <a:pos x="connsiteX2" y="connsiteY2"/>
              </a:cxn>
              <a:cxn ang="0">
                <a:pos x="connsiteX3" y="connsiteY3"/>
              </a:cxn>
            </a:cxnLst>
            <a:rect l="l" t="t" r="r" b="b"/>
            <a:pathLst>
              <a:path w="8022758" h="6342098">
                <a:moveTo>
                  <a:pt x="0" y="0"/>
                </a:moveTo>
                <a:lnTo>
                  <a:pt x="8022758" y="0"/>
                </a:lnTo>
                <a:lnTo>
                  <a:pt x="8022758" y="6342098"/>
                </a:lnTo>
                <a:lnTo>
                  <a:pt x="0" y="6342098"/>
                </a:lnTo>
                <a:close/>
              </a:path>
            </a:pathLst>
          </a:custGeom>
        </p:spPr>
      </p:pic>
      <p:sp>
        <p:nvSpPr>
          <p:cNvPr id="5" name="矩形 4"/>
          <p:cNvSpPr/>
          <p:nvPr/>
        </p:nvSpPr>
        <p:spPr>
          <a:xfrm>
            <a:off x="266699" y="257951"/>
            <a:ext cx="11658601" cy="6342098"/>
          </a:xfrm>
          <a:prstGeom prst="rect">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Text Box 6"/>
          <p:cNvSpPr txBox="1">
            <a:spLocks noChangeArrowheads="1"/>
          </p:cNvSpPr>
          <p:nvPr/>
        </p:nvSpPr>
        <p:spPr bwMode="auto">
          <a:xfrm>
            <a:off x="5138734" y="1787269"/>
            <a:ext cx="6483771" cy="2554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omic Sans MS" panose="030F0702030302020204" pitchFamily="66" charset="0"/>
                <a:ea typeface="楷体" panose="02010609060101010101" pitchFamily="49" charset="-122"/>
              </a:defRPr>
            </a:lvl1pPr>
            <a:lvl2pPr>
              <a:defRPr>
                <a:solidFill>
                  <a:schemeClr val="tx1"/>
                </a:solidFill>
                <a:latin typeface="Comic Sans MS" panose="030F0702030302020204" pitchFamily="66" charset="0"/>
                <a:ea typeface="楷体" panose="02010609060101010101" pitchFamily="49" charset="-122"/>
              </a:defRPr>
            </a:lvl2pPr>
            <a:lvl3pPr>
              <a:defRPr>
                <a:solidFill>
                  <a:schemeClr val="tx1"/>
                </a:solidFill>
                <a:latin typeface="Comic Sans MS" panose="030F0702030302020204" pitchFamily="66" charset="0"/>
                <a:ea typeface="楷体" panose="02010609060101010101" pitchFamily="49" charset="-122"/>
              </a:defRPr>
            </a:lvl3pPr>
            <a:lvl4pPr>
              <a:defRPr>
                <a:solidFill>
                  <a:schemeClr val="tx1"/>
                </a:solidFill>
                <a:latin typeface="Comic Sans MS" panose="030F0702030302020204" pitchFamily="66" charset="0"/>
                <a:ea typeface="楷体" panose="02010609060101010101" pitchFamily="49" charset="-122"/>
              </a:defRPr>
            </a:lvl4pPr>
            <a:lvl5pPr>
              <a:defRPr>
                <a:solidFill>
                  <a:schemeClr val="tx1"/>
                </a:solidFill>
                <a:latin typeface="Comic Sans MS" panose="030F0702030302020204" pitchFamily="66" charset="0"/>
                <a:ea typeface="楷体" panose="02010609060101010101" pitchFamily="49" charset="-122"/>
              </a:defRPr>
            </a:lvl5pPr>
            <a:lvl6pPr fontAlgn="base">
              <a:spcBef>
                <a:spcPct val="0"/>
              </a:spcBef>
              <a:spcAft>
                <a:spcPct val="0"/>
              </a:spcAft>
              <a:buFont typeface="Arial" panose="020B0604020202020204" pitchFamily="34" charset="0"/>
              <a:defRPr>
                <a:solidFill>
                  <a:schemeClr val="tx1"/>
                </a:solidFill>
                <a:latin typeface="Comic Sans MS" panose="030F0702030302020204" pitchFamily="66" charset="0"/>
                <a:ea typeface="楷体" panose="02010609060101010101" pitchFamily="49" charset="-122"/>
              </a:defRPr>
            </a:lvl6pPr>
            <a:lvl7pPr fontAlgn="base">
              <a:spcBef>
                <a:spcPct val="0"/>
              </a:spcBef>
              <a:spcAft>
                <a:spcPct val="0"/>
              </a:spcAft>
              <a:buFont typeface="Arial" panose="020B0604020202020204" pitchFamily="34" charset="0"/>
              <a:defRPr>
                <a:solidFill>
                  <a:schemeClr val="tx1"/>
                </a:solidFill>
                <a:latin typeface="Comic Sans MS" panose="030F0702030302020204" pitchFamily="66" charset="0"/>
                <a:ea typeface="楷体" panose="02010609060101010101" pitchFamily="49" charset="-122"/>
              </a:defRPr>
            </a:lvl7pPr>
            <a:lvl8pPr fontAlgn="base">
              <a:spcBef>
                <a:spcPct val="0"/>
              </a:spcBef>
              <a:spcAft>
                <a:spcPct val="0"/>
              </a:spcAft>
              <a:buFont typeface="Arial" panose="020B0604020202020204" pitchFamily="34" charset="0"/>
              <a:defRPr>
                <a:solidFill>
                  <a:schemeClr val="tx1"/>
                </a:solidFill>
                <a:latin typeface="Comic Sans MS" panose="030F0702030302020204" pitchFamily="66" charset="0"/>
                <a:ea typeface="楷体" panose="02010609060101010101" pitchFamily="49" charset="-122"/>
              </a:defRPr>
            </a:lvl8pPr>
            <a:lvl9pPr fontAlgn="base">
              <a:spcBef>
                <a:spcPct val="0"/>
              </a:spcBef>
              <a:spcAft>
                <a:spcPct val="0"/>
              </a:spcAft>
              <a:buFont typeface="Arial" panose="020B0604020202020204" pitchFamily="34" charset="0"/>
              <a:defRPr>
                <a:solidFill>
                  <a:schemeClr val="tx1"/>
                </a:solidFill>
                <a:latin typeface="Comic Sans MS" panose="030F0702030302020204" pitchFamily="66" charset="0"/>
                <a:ea typeface="楷体" panose="02010609060101010101" pitchFamily="49" charset="-122"/>
              </a:defRPr>
            </a:lvl9pPr>
          </a:lstStyle>
          <a:p>
            <a:r>
              <a:rPr lang="zh-CN" altLang="zh-CN" sz="3200" dirty="0">
                <a:latin typeface="微软雅黑" panose="020B0503020204020204" pitchFamily="34" charset="-122"/>
                <a:ea typeface="微软雅黑" panose="020B0503020204020204" pitchFamily="34" charset="-122"/>
              </a:rPr>
              <a:t>在阅读大量文献的基础上，提炼出超</a:t>
            </a:r>
            <a:r>
              <a:rPr lang="en-US" altLang="zh-CN" sz="3200" dirty="0">
                <a:latin typeface="微软雅黑" panose="020B0503020204020204" pitchFamily="34" charset="-122"/>
                <a:ea typeface="微软雅黑" panose="020B0503020204020204" pitchFamily="34" charset="-122"/>
              </a:rPr>
              <a:t>16</a:t>
            </a:r>
            <a:r>
              <a:rPr lang="zh-CN" altLang="zh-CN" sz="3200" dirty="0">
                <a:latin typeface="微软雅黑" panose="020B0503020204020204" pitchFamily="34" charset="-122"/>
                <a:ea typeface="微软雅黑" panose="020B0503020204020204" pitchFamily="34" charset="-122"/>
              </a:rPr>
              <a:t>万字的原文摘录，收集文献超</a:t>
            </a:r>
            <a:r>
              <a:rPr lang="en-US" altLang="zh-CN" sz="3200" dirty="0">
                <a:latin typeface="微软雅黑" panose="020B0503020204020204" pitchFamily="34" charset="-122"/>
                <a:ea typeface="微软雅黑" panose="020B0503020204020204" pitchFamily="34" charset="-122"/>
              </a:rPr>
              <a:t>170</a:t>
            </a:r>
            <a:r>
              <a:rPr lang="zh-CN" altLang="zh-CN" sz="3200" dirty="0">
                <a:latin typeface="微软雅黑" panose="020B0503020204020204" pitchFamily="34" charset="-122"/>
                <a:ea typeface="微软雅黑" panose="020B0503020204020204" pitchFamily="34" charset="-122"/>
              </a:rPr>
              <a:t>篇，在深入阅读作品并完整梳理学术史的基础上，提炼出一套“女性叙事空间四维分类体系”。</a:t>
            </a:r>
            <a:endParaRPr lang="zh-CN" altLang="zh-CN" sz="3200" dirty="0">
              <a:latin typeface="微软雅黑" panose="020B0503020204020204" pitchFamily="34" charset="-122"/>
              <a:ea typeface="微软雅黑" panose="020B0503020204020204" pitchFamily="34" charset="-122"/>
            </a:endParaRPr>
          </a:p>
        </p:txBody>
      </p:sp>
      <p:pic>
        <p:nvPicPr>
          <p:cNvPr id="6" name="图片 5"/>
          <p:cNvPicPr>
            <a:picLocks noChangeAspect="1"/>
          </p:cNvPicPr>
          <p:nvPr/>
        </p:nvPicPr>
        <p:blipFill>
          <a:blip r:embed="rId2"/>
          <a:stretch>
            <a:fillRect/>
          </a:stretch>
        </p:blipFill>
        <p:spPr>
          <a:xfrm>
            <a:off x="359567" y="1787269"/>
            <a:ext cx="4686300" cy="3352800"/>
          </a:xfrm>
          <a:prstGeom prst="rect">
            <a:avLst/>
          </a:prstGeom>
        </p:spPr>
      </p:pic>
      <p:sp>
        <p:nvSpPr>
          <p:cNvPr id="8" name="矩形 7"/>
          <p:cNvSpPr/>
          <p:nvPr/>
        </p:nvSpPr>
        <p:spPr>
          <a:xfrm>
            <a:off x="567814" y="472310"/>
            <a:ext cx="3654811" cy="584775"/>
          </a:xfrm>
          <a:prstGeom prst="rect">
            <a:avLst/>
          </a:prstGeom>
        </p:spPr>
        <p:txBody>
          <a:bodyPr wrap="square">
            <a:spAutoFit/>
          </a:bodyPr>
          <a:lstStyle/>
          <a:p>
            <a:pPr algn="dist"/>
            <a:r>
              <a:rPr lang="zh-CN" altLang="en-US" sz="3200" dirty="0">
                <a:solidFill>
                  <a:schemeClr val="tx1">
                    <a:lumMod val="75000"/>
                    <a:lumOff val="25000"/>
                  </a:schemeClr>
                </a:solidFill>
                <a:latin typeface="南宋书局体" panose="02000000000000000000" pitchFamily="2" charset="-122"/>
                <a:ea typeface="南宋书局体" panose="02000000000000000000" pitchFamily="2" charset="-122"/>
              </a:rPr>
              <a:t>学术史的梳理</a:t>
            </a:r>
            <a:endParaRPr lang="zh-CN" altLang="en-US" sz="3200" dirty="0">
              <a:solidFill>
                <a:schemeClr val="tx1">
                  <a:lumMod val="75000"/>
                  <a:lumOff val="25000"/>
                </a:schemeClr>
              </a:solidFill>
              <a:latin typeface="南宋书局体" panose="02000000000000000000" pitchFamily="2" charset="-122"/>
              <a:ea typeface="南宋书局体" panose="02000000000000000000"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12192000" cy="6858000"/>
          </a:xfrm>
          <a:prstGeom prst="rect">
            <a:avLst/>
          </a:prstGeom>
          <a:solidFill>
            <a:srgbClr val="00206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266700" y="257951"/>
            <a:ext cx="11658600" cy="6342098"/>
          </a:xfrm>
          <a:prstGeom prst="rect">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图片 3"/>
          <p:cNvPicPr>
            <a:picLocks noChangeAspect="1"/>
          </p:cNvPicPr>
          <p:nvPr/>
        </p:nvPicPr>
        <p:blipFill>
          <a:blip r:embed="rId1">
            <a:extLst>
              <a:ext uri="{28A0092B-C50C-407E-A947-70E740481C1C}">
                <a14:useLocalDpi xmlns:a14="http://schemas.microsoft.com/office/drawing/2010/main" val="0"/>
              </a:ext>
            </a:extLst>
          </a:blip>
          <a:srcRect l="17664" t="1489" r="2738"/>
          <a:stretch>
            <a:fillRect/>
          </a:stretch>
        </p:blipFill>
        <p:spPr>
          <a:xfrm>
            <a:off x="266699" y="257951"/>
            <a:ext cx="6755930" cy="6342098"/>
          </a:xfrm>
          <a:custGeom>
            <a:avLst/>
            <a:gdLst>
              <a:gd name="connsiteX0" fmla="*/ 0 w 8022758"/>
              <a:gd name="connsiteY0" fmla="*/ 0 h 6342098"/>
              <a:gd name="connsiteX1" fmla="*/ 8022758 w 8022758"/>
              <a:gd name="connsiteY1" fmla="*/ 0 h 6342098"/>
              <a:gd name="connsiteX2" fmla="*/ 8022758 w 8022758"/>
              <a:gd name="connsiteY2" fmla="*/ 6342098 h 6342098"/>
              <a:gd name="connsiteX3" fmla="*/ 0 w 8022758"/>
              <a:gd name="connsiteY3" fmla="*/ 6342098 h 6342098"/>
            </a:gdLst>
            <a:ahLst/>
            <a:cxnLst>
              <a:cxn ang="0">
                <a:pos x="connsiteX0" y="connsiteY0"/>
              </a:cxn>
              <a:cxn ang="0">
                <a:pos x="connsiteX1" y="connsiteY1"/>
              </a:cxn>
              <a:cxn ang="0">
                <a:pos x="connsiteX2" y="connsiteY2"/>
              </a:cxn>
              <a:cxn ang="0">
                <a:pos x="connsiteX3" y="connsiteY3"/>
              </a:cxn>
            </a:cxnLst>
            <a:rect l="l" t="t" r="r" b="b"/>
            <a:pathLst>
              <a:path w="8022758" h="6342098">
                <a:moveTo>
                  <a:pt x="0" y="0"/>
                </a:moveTo>
                <a:lnTo>
                  <a:pt x="8022758" y="0"/>
                </a:lnTo>
                <a:lnTo>
                  <a:pt x="8022758" y="6342098"/>
                </a:lnTo>
                <a:lnTo>
                  <a:pt x="0" y="6342098"/>
                </a:lnTo>
                <a:close/>
              </a:path>
            </a:pathLst>
          </a:custGeom>
        </p:spPr>
      </p:pic>
      <p:sp>
        <p:nvSpPr>
          <p:cNvPr id="5" name="矩形 4"/>
          <p:cNvSpPr/>
          <p:nvPr/>
        </p:nvSpPr>
        <p:spPr>
          <a:xfrm>
            <a:off x="266699" y="257951"/>
            <a:ext cx="11658601" cy="6342098"/>
          </a:xfrm>
          <a:prstGeom prst="rect">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Text Box 6"/>
          <p:cNvSpPr txBox="1">
            <a:spLocks noChangeArrowheads="1"/>
          </p:cNvSpPr>
          <p:nvPr/>
        </p:nvSpPr>
        <p:spPr bwMode="auto">
          <a:xfrm>
            <a:off x="5138734" y="1787269"/>
            <a:ext cx="6483771" cy="2554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omic Sans MS" panose="030F0702030302020204" pitchFamily="66" charset="0"/>
                <a:ea typeface="楷体" panose="02010609060101010101" pitchFamily="49" charset="-122"/>
              </a:defRPr>
            </a:lvl1pPr>
            <a:lvl2pPr>
              <a:defRPr>
                <a:solidFill>
                  <a:schemeClr val="tx1"/>
                </a:solidFill>
                <a:latin typeface="Comic Sans MS" panose="030F0702030302020204" pitchFamily="66" charset="0"/>
                <a:ea typeface="楷体" panose="02010609060101010101" pitchFamily="49" charset="-122"/>
              </a:defRPr>
            </a:lvl2pPr>
            <a:lvl3pPr>
              <a:defRPr>
                <a:solidFill>
                  <a:schemeClr val="tx1"/>
                </a:solidFill>
                <a:latin typeface="Comic Sans MS" panose="030F0702030302020204" pitchFamily="66" charset="0"/>
                <a:ea typeface="楷体" panose="02010609060101010101" pitchFamily="49" charset="-122"/>
              </a:defRPr>
            </a:lvl3pPr>
            <a:lvl4pPr>
              <a:defRPr>
                <a:solidFill>
                  <a:schemeClr val="tx1"/>
                </a:solidFill>
                <a:latin typeface="Comic Sans MS" panose="030F0702030302020204" pitchFamily="66" charset="0"/>
                <a:ea typeface="楷体" panose="02010609060101010101" pitchFamily="49" charset="-122"/>
              </a:defRPr>
            </a:lvl4pPr>
            <a:lvl5pPr>
              <a:defRPr>
                <a:solidFill>
                  <a:schemeClr val="tx1"/>
                </a:solidFill>
                <a:latin typeface="Comic Sans MS" panose="030F0702030302020204" pitchFamily="66" charset="0"/>
                <a:ea typeface="楷体" panose="02010609060101010101" pitchFamily="49" charset="-122"/>
              </a:defRPr>
            </a:lvl5pPr>
            <a:lvl6pPr fontAlgn="base">
              <a:spcBef>
                <a:spcPct val="0"/>
              </a:spcBef>
              <a:spcAft>
                <a:spcPct val="0"/>
              </a:spcAft>
              <a:buFont typeface="Arial" panose="020B0604020202020204" pitchFamily="34" charset="0"/>
              <a:defRPr>
                <a:solidFill>
                  <a:schemeClr val="tx1"/>
                </a:solidFill>
                <a:latin typeface="Comic Sans MS" panose="030F0702030302020204" pitchFamily="66" charset="0"/>
                <a:ea typeface="楷体" panose="02010609060101010101" pitchFamily="49" charset="-122"/>
              </a:defRPr>
            </a:lvl6pPr>
            <a:lvl7pPr fontAlgn="base">
              <a:spcBef>
                <a:spcPct val="0"/>
              </a:spcBef>
              <a:spcAft>
                <a:spcPct val="0"/>
              </a:spcAft>
              <a:buFont typeface="Arial" panose="020B0604020202020204" pitchFamily="34" charset="0"/>
              <a:defRPr>
                <a:solidFill>
                  <a:schemeClr val="tx1"/>
                </a:solidFill>
                <a:latin typeface="Comic Sans MS" panose="030F0702030302020204" pitchFamily="66" charset="0"/>
                <a:ea typeface="楷体" panose="02010609060101010101" pitchFamily="49" charset="-122"/>
              </a:defRPr>
            </a:lvl7pPr>
            <a:lvl8pPr fontAlgn="base">
              <a:spcBef>
                <a:spcPct val="0"/>
              </a:spcBef>
              <a:spcAft>
                <a:spcPct val="0"/>
              </a:spcAft>
              <a:buFont typeface="Arial" panose="020B0604020202020204" pitchFamily="34" charset="0"/>
              <a:defRPr>
                <a:solidFill>
                  <a:schemeClr val="tx1"/>
                </a:solidFill>
                <a:latin typeface="Comic Sans MS" panose="030F0702030302020204" pitchFamily="66" charset="0"/>
                <a:ea typeface="楷体" panose="02010609060101010101" pitchFamily="49" charset="-122"/>
              </a:defRPr>
            </a:lvl8pPr>
            <a:lvl9pPr fontAlgn="base">
              <a:spcBef>
                <a:spcPct val="0"/>
              </a:spcBef>
              <a:spcAft>
                <a:spcPct val="0"/>
              </a:spcAft>
              <a:buFont typeface="Arial" panose="020B0604020202020204" pitchFamily="34" charset="0"/>
              <a:defRPr>
                <a:solidFill>
                  <a:schemeClr val="tx1"/>
                </a:solidFill>
                <a:latin typeface="Comic Sans MS" panose="030F0702030302020204" pitchFamily="66" charset="0"/>
                <a:ea typeface="楷体" panose="02010609060101010101" pitchFamily="49" charset="-122"/>
              </a:defRPr>
            </a:lvl9pPr>
          </a:lstStyle>
          <a:p>
            <a:r>
              <a:rPr lang="zh-CN" altLang="zh-CN" sz="3200" dirty="0">
                <a:latin typeface="微软雅黑" panose="020B0503020204020204" pitchFamily="34" charset="-122"/>
                <a:ea typeface="微软雅黑" panose="020B0503020204020204" pitchFamily="34" charset="-122"/>
              </a:rPr>
              <a:t>在阅读大量文献的基础上，提炼出超</a:t>
            </a:r>
            <a:r>
              <a:rPr lang="en-US" altLang="zh-CN" sz="3200" dirty="0">
                <a:latin typeface="微软雅黑" panose="020B0503020204020204" pitchFamily="34" charset="-122"/>
                <a:ea typeface="微软雅黑" panose="020B0503020204020204" pitchFamily="34" charset="-122"/>
              </a:rPr>
              <a:t>16</a:t>
            </a:r>
            <a:r>
              <a:rPr lang="zh-CN" altLang="zh-CN" sz="3200" dirty="0">
                <a:latin typeface="微软雅黑" panose="020B0503020204020204" pitchFamily="34" charset="-122"/>
                <a:ea typeface="微软雅黑" panose="020B0503020204020204" pitchFamily="34" charset="-122"/>
              </a:rPr>
              <a:t>万字的原文摘录，收集文献超</a:t>
            </a:r>
            <a:r>
              <a:rPr lang="en-US" altLang="zh-CN" sz="3200" dirty="0">
                <a:latin typeface="微软雅黑" panose="020B0503020204020204" pitchFamily="34" charset="-122"/>
                <a:ea typeface="微软雅黑" panose="020B0503020204020204" pitchFamily="34" charset="-122"/>
              </a:rPr>
              <a:t>170</a:t>
            </a:r>
            <a:r>
              <a:rPr lang="zh-CN" altLang="zh-CN" sz="3200" dirty="0">
                <a:latin typeface="微软雅黑" panose="020B0503020204020204" pitchFamily="34" charset="-122"/>
                <a:ea typeface="微软雅黑" panose="020B0503020204020204" pitchFamily="34" charset="-122"/>
              </a:rPr>
              <a:t>篇，在深入阅读作品并完整梳理学术史的基础上，提炼出一套“女性叙事空间四维分类体系”。</a:t>
            </a:r>
            <a:endParaRPr lang="zh-CN" altLang="zh-CN" sz="3200" dirty="0">
              <a:latin typeface="微软雅黑" panose="020B0503020204020204" pitchFamily="34" charset="-122"/>
              <a:ea typeface="微软雅黑" panose="020B0503020204020204" pitchFamily="34" charset="-122"/>
            </a:endParaRPr>
          </a:p>
        </p:txBody>
      </p:sp>
      <p:pic>
        <p:nvPicPr>
          <p:cNvPr id="6" name="图片 5"/>
          <p:cNvPicPr>
            <a:picLocks noChangeAspect="1"/>
          </p:cNvPicPr>
          <p:nvPr/>
        </p:nvPicPr>
        <p:blipFill>
          <a:blip r:embed="rId2"/>
          <a:stretch>
            <a:fillRect/>
          </a:stretch>
        </p:blipFill>
        <p:spPr>
          <a:xfrm>
            <a:off x="359567" y="1787269"/>
            <a:ext cx="4686300" cy="3352800"/>
          </a:xfrm>
          <a:prstGeom prst="rect">
            <a:avLst/>
          </a:prstGeom>
        </p:spPr>
      </p:pic>
      <p:sp>
        <p:nvSpPr>
          <p:cNvPr id="8" name="矩形 7"/>
          <p:cNvSpPr/>
          <p:nvPr/>
        </p:nvSpPr>
        <p:spPr>
          <a:xfrm>
            <a:off x="567814" y="472310"/>
            <a:ext cx="4100439" cy="584775"/>
          </a:xfrm>
          <a:prstGeom prst="rect">
            <a:avLst/>
          </a:prstGeom>
        </p:spPr>
        <p:txBody>
          <a:bodyPr wrap="square">
            <a:spAutoFit/>
          </a:bodyPr>
          <a:lstStyle/>
          <a:p>
            <a:pPr algn="dist"/>
            <a:r>
              <a:rPr lang="zh-CN" altLang="en-US" sz="3200" dirty="0">
                <a:solidFill>
                  <a:schemeClr val="tx1">
                    <a:lumMod val="75000"/>
                    <a:lumOff val="25000"/>
                  </a:schemeClr>
                </a:solidFill>
                <a:latin typeface="南宋书局体" panose="02000000000000000000" pitchFamily="2" charset="-122"/>
                <a:ea typeface="南宋书局体" panose="02000000000000000000" pitchFamily="2" charset="-122"/>
              </a:rPr>
              <a:t>文献阅读与收集</a:t>
            </a:r>
            <a:endParaRPr lang="zh-CN" altLang="en-US" sz="3200" dirty="0">
              <a:solidFill>
                <a:schemeClr val="tx1">
                  <a:lumMod val="75000"/>
                  <a:lumOff val="25000"/>
                </a:schemeClr>
              </a:solidFill>
              <a:latin typeface="南宋书局体" panose="02000000000000000000" pitchFamily="2" charset="-122"/>
              <a:ea typeface="南宋书局体" panose="02000000000000000000"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12192000" cy="6858000"/>
          </a:xfrm>
          <a:prstGeom prst="rect">
            <a:avLst/>
          </a:prstGeom>
          <a:solidFill>
            <a:srgbClr val="00206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266700" y="257951"/>
            <a:ext cx="11658600" cy="6342098"/>
          </a:xfrm>
          <a:prstGeom prst="rect">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图片 3"/>
          <p:cNvPicPr>
            <a:picLocks noChangeAspect="1"/>
          </p:cNvPicPr>
          <p:nvPr/>
        </p:nvPicPr>
        <p:blipFill>
          <a:blip r:embed="rId1">
            <a:extLst>
              <a:ext uri="{28A0092B-C50C-407E-A947-70E740481C1C}">
                <a14:useLocalDpi xmlns:a14="http://schemas.microsoft.com/office/drawing/2010/main" val="0"/>
              </a:ext>
            </a:extLst>
          </a:blip>
          <a:srcRect l="17664" t="1489" r="2738"/>
          <a:stretch>
            <a:fillRect/>
          </a:stretch>
        </p:blipFill>
        <p:spPr>
          <a:xfrm>
            <a:off x="266699" y="257951"/>
            <a:ext cx="6755930" cy="6342098"/>
          </a:xfrm>
          <a:custGeom>
            <a:avLst/>
            <a:gdLst>
              <a:gd name="connsiteX0" fmla="*/ 0 w 8022758"/>
              <a:gd name="connsiteY0" fmla="*/ 0 h 6342098"/>
              <a:gd name="connsiteX1" fmla="*/ 8022758 w 8022758"/>
              <a:gd name="connsiteY1" fmla="*/ 0 h 6342098"/>
              <a:gd name="connsiteX2" fmla="*/ 8022758 w 8022758"/>
              <a:gd name="connsiteY2" fmla="*/ 6342098 h 6342098"/>
              <a:gd name="connsiteX3" fmla="*/ 0 w 8022758"/>
              <a:gd name="connsiteY3" fmla="*/ 6342098 h 6342098"/>
            </a:gdLst>
            <a:ahLst/>
            <a:cxnLst>
              <a:cxn ang="0">
                <a:pos x="connsiteX0" y="connsiteY0"/>
              </a:cxn>
              <a:cxn ang="0">
                <a:pos x="connsiteX1" y="connsiteY1"/>
              </a:cxn>
              <a:cxn ang="0">
                <a:pos x="connsiteX2" y="connsiteY2"/>
              </a:cxn>
              <a:cxn ang="0">
                <a:pos x="connsiteX3" y="connsiteY3"/>
              </a:cxn>
            </a:cxnLst>
            <a:rect l="l" t="t" r="r" b="b"/>
            <a:pathLst>
              <a:path w="8022758" h="6342098">
                <a:moveTo>
                  <a:pt x="0" y="0"/>
                </a:moveTo>
                <a:lnTo>
                  <a:pt x="8022758" y="0"/>
                </a:lnTo>
                <a:lnTo>
                  <a:pt x="8022758" y="6342098"/>
                </a:lnTo>
                <a:lnTo>
                  <a:pt x="0" y="6342098"/>
                </a:lnTo>
                <a:close/>
              </a:path>
            </a:pathLst>
          </a:custGeom>
        </p:spPr>
      </p:pic>
      <p:sp>
        <p:nvSpPr>
          <p:cNvPr id="5" name="矩形 4"/>
          <p:cNvSpPr/>
          <p:nvPr/>
        </p:nvSpPr>
        <p:spPr>
          <a:xfrm>
            <a:off x="266699" y="257951"/>
            <a:ext cx="11658601" cy="6342098"/>
          </a:xfrm>
          <a:prstGeom prst="rect">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Text Box 6"/>
          <p:cNvSpPr txBox="1">
            <a:spLocks noChangeArrowheads="1"/>
          </p:cNvSpPr>
          <p:nvPr/>
        </p:nvSpPr>
        <p:spPr bwMode="auto">
          <a:xfrm>
            <a:off x="5045867" y="1336183"/>
            <a:ext cx="6483771" cy="550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omic Sans MS" panose="030F0702030302020204" pitchFamily="66" charset="0"/>
                <a:ea typeface="楷体" panose="02010609060101010101" pitchFamily="49" charset="-122"/>
              </a:defRPr>
            </a:lvl1pPr>
            <a:lvl2pPr>
              <a:defRPr>
                <a:solidFill>
                  <a:schemeClr val="tx1"/>
                </a:solidFill>
                <a:latin typeface="Comic Sans MS" panose="030F0702030302020204" pitchFamily="66" charset="0"/>
                <a:ea typeface="楷体" panose="02010609060101010101" pitchFamily="49" charset="-122"/>
              </a:defRPr>
            </a:lvl2pPr>
            <a:lvl3pPr>
              <a:defRPr>
                <a:solidFill>
                  <a:schemeClr val="tx1"/>
                </a:solidFill>
                <a:latin typeface="Comic Sans MS" panose="030F0702030302020204" pitchFamily="66" charset="0"/>
                <a:ea typeface="楷体" panose="02010609060101010101" pitchFamily="49" charset="-122"/>
              </a:defRPr>
            </a:lvl3pPr>
            <a:lvl4pPr>
              <a:defRPr>
                <a:solidFill>
                  <a:schemeClr val="tx1"/>
                </a:solidFill>
                <a:latin typeface="Comic Sans MS" panose="030F0702030302020204" pitchFamily="66" charset="0"/>
                <a:ea typeface="楷体" panose="02010609060101010101" pitchFamily="49" charset="-122"/>
              </a:defRPr>
            </a:lvl4pPr>
            <a:lvl5pPr>
              <a:defRPr>
                <a:solidFill>
                  <a:schemeClr val="tx1"/>
                </a:solidFill>
                <a:latin typeface="Comic Sans MS" panose="030F0702030302020204" pitchFamily="66" charset="0"/>
                <a:ea typeface="楷体" panose="02010609060101010101" pitchFamily="49" charset="-122"/>
              </a:defRPr>
            </a:lvl5pPr>
            <a:lvl6pPr fontAlgn="base">
              <a:spcBef>
                <a:spcPct val="0"/>
              </a:spcBef>
              <a:spcAft>
                <a:spcPct val="0"/>
              </a:spcAft>
              <a:buFont typeface="Arial" panose="020B0604020202020204" pitchFamily="34" charset="0"/>
              <a:defRPr>
                <a:solidFill>
                  <a:schemeClr val="tx1"/>
                </a:solidFill>
                <a:latin typeface="Comic Sans MS" panose="030F0702030302020204" pitchFamily="66" charset="0"/>
                <a:ea typeface="楷体" panose="02010609060101010101" pitchFamily="49" charset="-122"/>
              </a:defRPr>
            </a:lvl6pPr>
            <a:lvl7pPr fontAlgn="base">
              <a:spcBef>
                <a:spcPct val="0"/>
              </a:spcBef>
              <a:spcAft>
                <a:spcPct val="0"/>
              </a:spcAft>
              <a:buFont typeface="Arial" panose="020B0604020202020204" pitchFamily="34" charset="0"/>
              <a:defRPr>
                <a:solidFill>
                  <a:schemeClr val="tx1"/>
                </a:solidFill>
                <a:latin typeface="Comic Sans MS" panose="030F0702030302020204" pitchFamily="66" charset="0"/>
                <a:ea typeface="楷体" panose="02010609060101010101" pitchFamily="49" charset="-122"/>
              </a:defRPr>
            </a:lvl7pPr>
            <a:lvl8pPr fontAlgn="base">
              <a:spcBef>
                <a:spcPct val="0"/>
              </a:spcBef>
              <a:spcAft>
                <a:spcPct val="0"/>
              </a:spcAft>
              <a:buFont typeface="Arial" panose="020B0604020202020204" pitchFamily="34" charset="0"/>
              <a:defRPr>
                <a:solidFill>
                  <a:schemeClr val="tx1"/>
                </a:solidFill>
                <a:latin typeface="Comic Sans MS" panose="030F0702030302020204" pitchFamily="66" charset="0"/>
                <a:ea typeface="楷体" panose="02010609060101010101" pitchFamily="49" charset="-122"/>
              </a:defRPr>
            </a:lvl8pPr>
            <a:lvl9pPr fontAlgn="base">
              <a:spcBef>
                <a:spcPct val="0"/>
              </a:spcBef>
              <a:spcAft>
                <a:spcPct val="0"/>
              </a:spcAft>
              <a:buFont typeface="Arial" panose="020B0604020202020204" pitchFamily="34" charset="0"/>
              <a:defRPr>
                <a:solidFill>
                  <a:schemeClr val="tx1"/>
                </a:solidFill>
                <a:latin typeface="Comic Sans MS" panose="030F0702030302020204" pitchFamily="66" charset="0"/>
                <a:ea typeface="楷体" panose="02010609060101010101" pitchFamily="49" charset="-122"/>
              </a:defRPr>
            </a:lvl9pPr>
          </a:lstStyle>
          <a:p>
            <a:r>
              <a:rPr lang="zh-CN" altLang="zh-CN" sz="3200" dirty="0">
                <a:latin typeface="微软雅黑" panose="020B0503020204020204" pitchFamily="34" charset="-122"/>
                <a:ea typeface="微软雅黑" panose="020B0503020204020204" pitchFamily="34" charset="-122"/>
              </a:rPr>
              <a:t>这一体系没有沿用传统分类，而是着重以下两个维度：空间如何对女性进行规训，以及女性自身的主体性在空间中分别如何呈现。据此，我们把鲁迅笔下的女性大致分成四类：被空间结构化的女性、在空间夹缝中移动的女性、挑战空间秩序的女性、以及空间话语的生产者。（</a:t>
            </a:r>
            <a:r>
              <a:rPr lang="en-US" altLang="zh-CN" sz="3200" dirty="0">
                <a:latin typeface="微软雅黑" panose="020B0503020204020204" pitchFamily="34" charset="-122"/>
                <a:ea typeface="微软雅黑" panose="020B0503020204020204" pitchFamily="34" charset="-122"/>
              </a:rPr>
              <a:t>ppt</a:t>
            </a:r>
            <a:r>
              <a:rPr lang="zh-CN" altLang="zh-CN" sz="3200" dirty="0">
                <a:latin typeface="微软雅黑" panose="020B0503020204020204" pitchFamily="34" charset="-122"/>
                <a:ea typeface="微软雅黑" panose="020B0503020204020204" pitchFamily="34" charset="-122"/>
              </a:rPr>
              <a:t>展示分类详细内容，四分钟应该没时间细说了）</a:t>
            </a:r>
            <a:endParaRPr lang="zh-CN" altLang="zh-CN" sz="3200" dirty="0">
              <a:latin typeface="微软雅黑" panose="020B0503020204020204" pitchFamily="34" charset="-122"/>
              <a:ea typeface="微软雅黑" panose="020B0503020204020204" pitchFamily="34" charset="-122"/>
            </a:endParaRPr>
          </a:p>
          <a:p>
            <a:endParaRPr lang="zh-CN" altLang="zh-CN" sz="3200" dirty="0">
              <a:latin typeface="微软雅黑" panose="020B0503020204020204" pitchFamily="34" charset="-122"/>
              <a:ea typeface="微软雅黑" panose="020B0503020204020204" pitchFamily="34" charset="-122"/>
            </a:endParaRPr>
          </a:p>
        </p:txBody>
      </p:sp>
      <p:pic>
        <p:nvPicPr>
          <p:cNvPr id="6" name="图片 5"/>
          <p:cNvPicPr>
            <a:picLocks noChangeAspect="1"/>
          </p:cNvPicPr>
          <p:nvPr/>
        </p:nvPicPr>
        <p:blipFill>
          <a:blip r:embed="rId2"/>
          <a:stretch>
            <a:fillRect/>
          </a:stretch>
        </p:blipFill>
        <p:spPr>
          <a:xfrm>
            <a:off x="359567" y="1787269"/>
            <a:ext cx="4686300" cy="3352800"/>
          </a:xfrm>
          <a:prstGeom prst="rect">
            <a:avLst/>
          </a:prstGeom>
        </p:spPr>
      </p:pic>
      <p:sp>
        <p:nvSpPr>
          <p:cNvPr id="8" name="矩形 7"/>
          <p:cNvSpPr/>
          <p:nvPr/>
        </p:nvSpPr>
        <p:spPr>
          <a:xfrm>
            <a:off x="567814" y="472310"/>
            <a:ext cx="5676575" cy="584775"/>
          </a:xfrm>
          <a:prstGeom prst="rect">
            <a:avLst/>
          </a:prstGeom>
        </p:spPr>
        <p:txBody>
          <a:bodyPr wrap="square">
            <a:spAutoFit/>
          </a:bodyPr>
          <a:lstStyle/>
          <a:p>
            <a:pPr algn="dist"/>
            <a:r>
              <a:rPr lang="zh-CN" altLang="zh-CN" sz="3200" dirty="0">
                <a:solidFill>
                  <a:schemeClr val="tx1">
                    <a:lumMod val="75000"/>
                    <a:lumOff val="25000"/>
                  </a:schemeClr>
                </a:solidFill>
                <a:ea typeface="南宋书局体" panose="02000000000000000000" pitchFamily="2" charset="-122"/>
              </a:rPr>
              <a:t>女性</a:t>
            </a:r>
            <a:r>
              <a:rPr lang="zh-CN" altLang="en-US" sz="3200" dirty="0">
                <a:solidFill>
                  <a:schemeClr val="tx1">
                    <a:lumMod val="75000"/>
                    <a:lumOff val="25000"/>
                  </a:schemeClr>
                </a:solidFill>
                <a:ea typeface="南宋书局体" panose="02000000000000000000" pitchFamily="2" charset="-122"/>
              </a:rPr>
              <a:t>与</a:t>
            </a:r>
            <a:r>
              <a:rPr lang="zh-CN" altLang="zh-CN" sz="3200" dirty="0">
                <a:solidFill>
                  <a:schemeClr val="tx1">
                    <a:lumMod val="75000"/>
                    <a:lumOff val="25000"/>
                  </a:schemeClr>
                </a:solidFill>
                <a:ea typeface="南宋书局体" panose="02000000000000000000" pitchFamily="2" charset="-122"/>
              </a:rPr>
              <a:t>空间四维分类体系</a:t>
            </a:r>
            <a:endParaRPr lang="zh-CN" altLang="en-US" sz="3200" dirty="0">
              <a:solidFill>
                <a:schemeClr val="tx1">
                  <a:lumMod val="75000"/>
                  <a:lumOff val="25000"/>
                </a:schemeClr>
              </a:solidFill>
              <a:ea typeface="南宋书局体" panose="02000000000000000000"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椭圆 29"/>
          <p:cNvSpPr/>
          <p:nvPr/>
        </p:nvSpPr>
        <p:spPr>
          <a:xfrm>
            <a:off x="974069" y="2081110"/>
            <a:ext cx="1937412" cy="1937412"/>
          </a:xfrm>
          <a:prstGeom prst="ellipse">
            <a:avLst/>
          </a:prstGeom>
          <a:solidFill>
            <a:schemeClr val="accent1">
              <a:lumMod val="10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1" name="椭圆 30"/>
          <p:cNvSpPr/>
          <p:nvPr/>
        </p:nvSpPr>
        <p:spPr>
          <a:xfrm>
            <a:off x="3780274" y="2089946"/>
            <a:ext cx="1927660" cy="1927660"/>
          </a:xfrm>
          <a:prstGeom prst="ellipse">
            <a:avLst/>
          </a:prstGeom>
          <a:solidFill>
            <a:schemeClr val="accent1">
              <a:lumMod val="10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2" name="椭圆 31"/>
          <p:cNvSpPr/>
          <p:nvPr/>
        </p:nvSpPr>
        <p:spPr>
          <a:xfrm>
            <a:off x="6586479" y="2074531"/>
            <a:ext cx="1950570" cy="1950570"/>
          </a:xfrm>
          <a:prstGeom prst="ellipse">
            <a:avLst/>
          </a:prstGeom>
          <a:solidFill>
            <a:schemeClr val="accent1">
              <a:lumMod val="10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3" name="椭圆 32"/>
          <p:cNvSpPr/>
          <p:nvPr/>
        </p:nvSpPr>
        <p:spPr>
          <a:xfrm>
            <a:off x="9447864" y="2081111"/>
            <a:ext cx="1945587" cy="1945587"/>
          </a:xfrm>
          <a:prstGeom prst="ellipse">
            <a:avLst/>
          </a:prstGeom>
          <a:solidFill>
            <a:schemeClr val="accent1">
              <a:lumMod val="10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 name="文本框 1"/>
          <p:cNvSpPr txBox="1"/>
          <p:nvPr/>
        </p:nvSpPr>
        <p:spPr>
          <a:xfrm>
            <a:off x="10141223" y="6235700"/>
            <a:ext cx="1459411" cy="184666"/>
          </a:xfrm>
          <a:prstGeom prst="rect">
            <a:avLst/>
          </a:prstGeom>
          <a:noFill/>
        </p:spPr>
        <p:txBody>
          <a:bodyPr wrap="square" lIns="0" tIns="0" rIns="0" bIns="0">
            <a:spAutoFit/>
          </a:bodyPr>
          <a:lstStyle/>
          <a:p>
            <a:r>
              <a:rPr lang="zh-CN" altLang="en-US" sz="1200">
                <a:solidFill>
                  <a:schemeClr val="bg1">
                    <a:lumMod val="50000"/>
                  </a:schemeClr>
                </a:solidFill>
                <a:cs typeface="+mn-ea"/>
                <a:sym typeface="+mn-lt"/>
              </a:rPr>
              <a:t>博学弘德，自强不息</a:t>
            </a:r>
            <a:endParaRPr lang="zh-CN" altLang="en-US" sz="1200">
              <a:solidFill>
                <a:schemeClr val="bg1">
                  <a:lumMod val="50000"/>
                </a:schemeClr>
              </a:solidFill>
              <a:cs typeface="+mn-ea"/>
              <a:sym typeface="+mn-lt"/>
            </a:endParaRPr>
          </a:p>
        </p:txBody>
      </p:sp>
      <p:sp>
        <p:nvSpPr>
          <p:cNvPr id="3" name="文本框 2"/>
          <p:cNvSpPr txBox="1"/>
          <p:nvPr/>
        </p:nvSpPr>
        <p:spPr>
          <a:xfrm>
            <a:off x="660400" y="663719"/>
            <a:ext cx="2823029" cy="430887"/>
          </a:xfrm>
          <a:prstGeom prst="rect">
            <a:avLst/>
          </a:prstGeom>
          <a:noFill/>
        </p:spPr>
        <p:txBody>
          <a:bodyPr wrap="square" lIns="0" tIns="0" rIns="0" bIns="0" rtlCol="0">
            <a:spAutoFit/>
          </a:bodyPr>
          <a:lstStyle/>
          <a:p>
            <a:r>
              <a:rPr lang="zh-CN" altLang="en-US" sz="2800">
                <a:solidFill>
                  <a:schemeClr val="accent1"/>
                </a:solidFill>
                <a:latin typeface="思源宋体 CN Heavy" panose="02020900000000000000" pitchFamily="18" charset="-122"/>
                <a:ea typeface="思源宋体 CN Heavy" panose="02020900000000000000" pitchFamily="18" charset="-122"/>
                <a:cs typeface="+mn-ea"/>
                <a:sym typeface="+mn-lt"/>
              </a:rPr>
              <a:t>请输入您的标题</a:t>
            </a:r>
            <a:endParaRPr lang="zh-CN" altLang="en-US" sz="2800">
              <a:solidFill>
                <a:schemeClr val="accent1"/>
              </a:solidFill>
              <a:latin typeface="思源宋体 CN Heavy" panose="02020900000000000000" pitchFamily="18" charset="-122"/>
              <a:ea typeface="思源宋体 CN Heavy" panose="02020900000000000000" pitchFamily="18" charset="-122"/>
              <a:cs typeface="+mn-ea"/>
              <a:sym typeface="+mn-lt"/>
            </a:endParaRPr>
          </a:p>
        </p:txBody>
      </p:sp>
      <p:sp>
        <p:nvSpPr>
          <p:cNvPr id="4" name="文本框 3"/>
          <p:cNvSpPr txBox="1"/>
          <p:nvPr/>
        </p:nvSpPr>
        <p:spPr>
          <a:xfrm>
            <a:off x="660400" y="1056195"/>
            <a:ext cx="2981960" cy="169277"/>
          </a:xfrm>
          <a:prstGeom prst="rect">
            <a:avLst/>
          </a:prstGeom>
          <a:noFill/>
        </p:spPr>
        <p:txBody>
          <a:bodyPr wrap="square" lIns="0" tIns="0" rIns="0" bIns="0" rtlCol="0">
            <a:spAutoFit/>
          </a:bodyPr>
          <a:lstStyle/>
          <a:p>
            <a:pPr algn="l"/>
            <a:r>
              <a:rPr lang="en-US" altLang="zh-CN" sz="1100">
                <a:solidFill>
                  <a:schemeClr val="bg1">
                    <a:lumMod val="50000"/>
                  </a:schemeClr>
                </a:solidFill>
                <a:cs typeface="+mn-ea"/>
                <a:sym typeface="+mn-lt"/>
              </a:rPr>
              <a:t>Please Enter Your Title Here</a:t>
            </a:r>
            <a:endParaRPr lang="en-US" altLang="zh-CN" sz="1100">
              <a:solidFill>
                <a:schemeClr val="bg1">
                  <a:lumMod val="50000"/>
                </a:schemeClr>
              </a:solidFill>
              <a:cs typeface="+mn-ea"/>
              <a:sym typeface="+mn-lt"/>
            </a:endParaRPr>
          </a:p>
        </p:txBody>
      </p:sp>
      <p:pic>
        <p:nvPicPr>
          <p:cNvPr id="6" name="图片 5"/>
          <p:cNvPicPr>
            <a:picLocks noChangeAspect="1"/>
          </p:cNvPicPr>
          <p:nvPr/>
        </p:nvPicPr>
        <p:blipFill>
          <a:blip r:embed="rId1" cstate="screen"/>
          <a:srcRect/>
          <a:stretch>
            <a:fillRect/>
          </a:stretch>
        </p:blipFill>
        <p:spPr>
          <a:xfrm>
            <a:off x="892424" y="1999465"/>
            <a:ext cx="1937412" cy="1937412"/>
          </a:xfrm>
          <a:prstGeom prst="ellipse">
            <a:avLst/>
          </a:prstGeom>
          <a:effectLst>
            <a:outerShdw blurRad="190500" sx="102000" sy="102000" algn="ctr" rotWithShape="0">
              <a:prstClr val="black">
                <a:alpha val="20000"/>
              </a:prstClr>
            </a:outerShdw>
          </a:effectLst>
        </p:spPr>
      </p:pic>
      <p:sp>
        <p:nvSpPr>
          <p:cNvPr id="7" name="文本框 6"/>
          <p:cNvSpPr txBox="1"/>
          <p:nvPr/>
        </p:nvSpPr>
        <p:spPr>
          <a:xfrm>
            <a:off x="1211213" y="4351298"/>
            <a:ext cx="1299835" cy="369332"/>
          </a:xfrm>
          <a:prstGeom prst="rect">
            <a:avLst/>
          </a:prstGeom>
          <a:noFill/>
        </p:spPr>
        <p:txBody>
          <a:bodyPr wrap="square" lIns="0" tIns="0" rIns="0" bIns="0" rtlCol="0">
            <a:spAutoFit/>
          </a:bodyPr>
          <a:lstStyle/>
          <a:p>
            <a:r>
              <a:rPr lang="zh-CN" altLang="en-US" sz="2400">
                <a:solidFill>
                  <a:schemeClr val="accent1">
                    <a:lumMod val="100000"/>
                  </a:schemeClr>
                </a:solidFill>
                <a:latin typeface="思源宋体 CN Heavy" panose="02020900000000000000" pitchFamily="18" charset="-122"/>
                <a:ea typeface="思源宋体 CN Heavy" panose="02020900000000000000" pitchFamily="18" charset="-122"/>
                <a:cs typeface="+mn-ea"/>
                <a:sym typeface="+mn-lt"/>
              </a:rPr>
              <a:t>输入姓名</a:t>
            </a:r>
            <a:endParaRPr lang="zh-CN" altLang="en-US" sz="2400" dirty="0">
              <a:solidFill>
                <a:schemeClr val="accent1">
                  <a:lumMod val="100000"/>
                </a:schemeClr>
              </a:solidFill>
              <a:latin typeface="思源宋体 CN Heavy" panose="02020900000000000000" pitchFamily="18" charset="-122"/>
              <a:ea typeface="思源宋体 CN Heavy" panose="02020900000000000000" pitchFamily="18" charset="-122"/>
              <a:cs typeface="+mn-ea"/>
              <a:sym typeface="+mn-lt"/>
            </a:endParaRPr>
          </a:p>
        </p:txBody>
      </p:sp>
      <p:sp>
        <p:nvSpPr>
          <p:cNvPr id="8" name="文本框 7"/>
          <p:cNvSpPr txBox="1"/>
          <p:nvPr/>
        </p:nvSpPr>
        <p:spPr>
          <a:xfrm>
            <a:off x="892424" y="4851317"/>
            <a:ext cx="1937412" cy="645882"/>
          </a:xfrm>
          <a:prstGeom prst="rect">
            <a:avLst/>
          </a:prstGeom>
          <a:noFill/>
        </p:spPr>
        <p:txBody>
          <a:bodyPr wrap="square" lIns="0" tIns="0" rIns="0" bIns="0" rtlCol="0">
            <a:spAutoFit/>
          </a:bodyPr>
          <a:lstStyle/>
          <a:p>
            <a:pPr>
              <a:lnSpc>
                <a:spcPct val="120000"/>
              </a:lnSpc>
            </a:pPr>
            <a:r>
              <a:rPr lang="zh-CN" altLang="en-US">
                <a:solidFill>
                  <a:schemeClr val="tx1">
                    <a:lumMod val="75000"/>
                    <a:lumOff val="25000"/>
                  </a:schemeClr>
                </a:solidFill>
                <a:cs typeface="+mn-ea"/>
                <a:sym typeface="+mn-lt"/>
              </a:rPr>
              <a:t>请在此粘贴或者输入你的文字内容</a:t>
            </a:r>
            <a:endParaRPr lang="zh-CN" altLang="en-US" dirty="0">
              <a:solidFill>
                <a:schemeClr val="tx1">
                  <a:lumMod val="75000"/>
                  <a:lumOff val="25000"/>
                </a:schemeClr>
              </a:solidFill>
              <a:cs typeface="+mn-ea"/>
              <a:sym typeface="+mn-lt"/>
            </a:endParaRPr>
          </a:p>
        </p:txBody>
      </p:sp>
      <p:pic>
        <p:nvPicPr>
          <p:cNvPr id="10" name="图片 9"/>
          <p:cNvPicPr>
            <a:picLocks noChangeAspect="1"/>
          </p:cNvPicPr>
          <p:nvPr/>
        </p:nvPicPr>
        <p:blipFill>
          <a:blip r:embed="rId2" cstate="screen"/>
          <a:srcRect/>
          <a:stretch>
            <a:fillRect/>
          </a:stretch>
        </p:blipFill>
        <p:spPr>
          <a:xfrm>
            <a:off x="3698629" y="1986597"/>
            <a:ext cx="1927660" cy="1971069"/>
          </a:xfrm>
          <a:prstGeom prst="ellipse">
            <a:avLst/>
          </a:prstGeom>
          <a:effectLst>
            <a:outerShdw blurRad="190500" sx="102000" sy="102000" algn="ctr" rotWithShape="0">
              <a:prstClr val="black">
                <a:alpha val="20000"/>
              </a:prstClr>
            </a:outerShdw>
          </a:effectLst>
        </p:spPr>
      </p:pic>
      <p:sp>
        <p:nvSpPr>
          <p:cNvPr id="11" name="文本框 10"/>
          <p:cNvSpPr txBox="1"/>
          <p:nvPr/>
        </p:nvSpPr>
        <p:spPr>
          <a:xfrm>
            <a:off x="4017418" y="4351298"/>
            <a:ext cx="1299835" cy="369332"/>
          </a:xfrm>
          <a:prstGeom prst="rect">
            <a:avLst/>
          </a:prstGeom>
          <a:noFill/>
        </p:spPr>
        <p:txBody>
          <a:bodyPr wrap="square" lIns="0" tIns="0" rIns="0" bIns="0" rtlCol="0">
            <a:spAutoFit/>
          </a:bodyPr>
          <a:lstStyle/>
          <a:p>
            <a:r>
              <a:rPr lang="zh-CN" altLang="en-US" sz="2400">
                <a:solidFill>
                  <a:schemeClr val="accent1">
                    <a:lumMod val="100000"/>
                  </a:schemeClr>
                </a:solidFill>
                <a:latin typeface="思源宋体 CN Heavy" panose="02020900000000000000" pitchFamily="18" charset="-122"/>
                <a:ea typeface="思源宋体 CN Heavy" panose="02020900000000000000" pitchFamily="18" charset="-122"/>
                <a:cs typeface="+mn-ea"/>
                <a:sym typeface="+mn-lt"/>
              </a:rPr>
              <a:t>输入姓名</a:t>
            </a:r>
            <a:endParaRPr lang="zh-CN" altLang="en-US" sz="2400" dirty="0">
              <a:solidFill>
                <a:schemeClr val="accent1">
                  <a:lumMod val="100000"/>
                </a:schemeClr>
              </a:solidFill>
              <a:latin typeface="思源宋体 CN Heavy" panose="02020900000000000000" pitchFamily="18" charset="-122"/>
              <a:ea typeface="思源宋体 CN Heavy" panose="02020900000000000000" pitchFamily="18" charset="-122"/>
              <a:cs typeface="+mn-ea"/>
              <a:sym typeface="+mn-lt"/>
            </a:endParaRPr>
          </a:p>
        </p:txBody>
      </p:sp>
      <p:sp>
        <p:nvSpPr>
          <p:cNvPr id="12" name="文本框 11"/>
          <p:cNvSpPr txBox="1"/>
          <p:nvPr/>
        </p:nvSpPr>
        <p:spPr>
          <a:xfrm>
            <a:off x="3698629" y="4851317"/>
            <a:ext cx="1937412" cy="645882"/>
          </a:xfrm>
          <a:prstGeom prst="rect">
            <a:avLst/>
          </a:prstGeom>
          <a:noFill/>
        </p:spPr>
        <p:txBody>
          <a:bodyPr wrap="square" lIns="0" tIns="0" rIns="0" bIns="0" rtlCol="0">
            <a:spAutoFit/>
          </a:bodyPr>
          <a:lstStyle/>
          <a:p>
            <a:pPr>
              <a:lnSpc>
                <a:spcPct val="120000"/>
              </a:lnSpc>
            </a:pPr>
            <a:r>
              <a:rPr lang="zh-CN" altLang="en-US">
                <a:solidFill>
                  <a:schemeClr val="tx1">
                    <a:lumMod val="75000"/>
                    <a:lumOff val="25000"/>
                  </a:schemeClr>
                </a:solidFill>
                <a:cs typeface="+mn-ea"/>
                <a:sym typeface="+mn-lt"/>
              </a:rPr>
              <a:t>请在此粘贴或者输入你的文字内容</a:t>
            </a:r>
            <a:endParaRPr lang="zh-CN" altLang="en-US" dirty="0">
              <a:solidFill>
                <a:schemeClr val="tx1">
                  <a:lumMod val="75000"/>
                  <a:lumOff val="25000"/>
                </a:schemeClr>
              </a:solidFill>
              <a:cs typeface="+mn-ea"/>
              <a:sym typeface="+mn-lt"/>
            </a:endParaRPr>
          </a:p>
        </p:txBody>
      </p:sp>
      <p:pic>
        <p:nvPicPr>
          <p:cNvPr id="14" name="图片 13"/>
          <p:cNvPicPr>
            <a:picLocks noChangeAspect="1"/>
          </p:cNvPicPr>
          <p:nvPr/>
        </p:nvPicPr>
        <p:blipFill>
          <a:blip r:embed="rId3" cstate="screen"/>
          <a:srcRect/>
          <a:stretch>
            <a:fillRect/>
          </a:stretch>
        </p:blipFill>
        <p:spPr>
          <a:xfrm>
            <a:off x="6504834" y="1992886"/>
            <a:ext cx="1950570" cy="1950570"/>
          </a:xfrm>
          <a:prstGeom prst="ellipse">
            <a:avLst/>
          </a:prstGeom>
          <a:effectLst>
            <a:outerShdw blurRad="190500" sx="102000" sy="102000" algn="ctr" rotWithShape="0">
              <a:prstClr val="black">
                <a:alpha val="20000"/>
              </a:prstClr>
            </a:outerShdw>
          </a:effectLst>
        </p:spPr>
      </p:pic>
      <p:sp>
        <p:nvSpPr>
          <p:cNvPr id="15" name="文本框 14"/>
          <p:cNvSpPr txBox="1"/>
          <p:nvPr/>
        </p:nvSpPr>
        <p:spPr>
          <a:xfrm>
            <a:off x="6878016" y="4351298"/>
            <a:ext cx="1299835" cy="369332"/>
          </a:xfrm>
          <a:prstGeom prst="rect">
            <a:avLst/>
          </a:prstGeom>
          <a:noFill/>
        </p:spPr>
        <p:txBody>
          <a:bodyPr wrap="square" lIns="0" tIns="0" rIns="0" bIns="0" rtlCol="0">
            <a:spAutoFit/>
          </a:bodyPr>
          <a:lstStyle/>
          <a:p>
            <a:r>
              <a:rPr lang="zh-CN" altLang="en-US" sz="2400">
                <a:solidFill>
                  <a:schemeClr val="accent1">
                    <a:lumMod val="100000"/>
                  </a:schemeClr>
                </a:solidFill>
                <a:latin typeface="思源宋体 CN Heavy" panose="02020900000000000000" pitchFamily="18" charset="-122"/>
                <a:ea typeface="思源宋体 CN Heavy" panose="02020900000000000000" pitchFamily="18" charset="-122"/>
                <a:cs typeface="+mn-ea"/>
                <a:sym typeface="+mn-lt"/>
              </a:rPr>
              <a:t>输入姓名</a:t>
            </a:r>
            <a:endParaRPr lang="zh-CN" altLang="en-US" sz="2400" dirty="0">
              <a:solidFill>
                <a:schemeClr val="accent1">
                  <a:lumMod val="100000"/>
                </a:schemeClr>
              </a:solidFill>
              <a:latin typeface="思源宋体 CN Heavy" panose="02020900000000000000" pitchFamily="18" charset="-122"/>
              <a:ea typeface="思源宋体 CN Heavy" panose="02020900000000000000" pitchFamily="18" charset="-122"/>
              <a:cs typeface="+mn-ea"/>
              <a:sym typeface="+mn-lt"/>
            </a:endParaRPr>
          </a:p>
        </p:txBody>
      </p:sp>
      <p:sp>
        <p:nvSpPr>
          <p:cNvPr id="16" name="文本框 15"/>
          <p:cNvSpPr txBox="1"/>
          <p:nvPr/>
        </p:nvSpPr>
        <p:spPr>
          <a:xfrm>
            <a:off x="6559227" y="4851317"/>
            <a:ext cx="1937412" cy="645882"/>
          </a:xfrm>
          <a:prstGeom prst="rect">
            <a:avLst/>
          </a:prstGeom>
          <a:noFill/>
        </p:spPr>
        <p:txBody>
          <a:bodyPr wrap="square" lIns="0" tIns="0" rIns="0" bIns="0" rtlCol="0">
            <a:spAutoFit/>
          </a:bodyPr>
          <a:lstStyle/>
          <a:p>
            <a:pPr>
              <a:lnSpc>
                <a:spcPct val="120000"/>
              </a:lnSpc>
            </a:pPr>
            <a:r>
              <a:rPr lang="zh-CN" altLang="en-US">
                <a:solidFill>
                  <a:schemeClr val="tx1">
                    <a:lumMod val="75000"/>
                    <a:lumOff val="25000"/>
                  </a:schemeClr>
                </a:solidFill>
                <a:cs typeface="+mn-ea"/>
                <a:sym typeface="+mn-lt"/>
              </a:rPr>
              <a:t>请在此粘贴或者输入你的文字内容</a:t>
            </a:r>
            <a:endParaRPr lang="zh-CN" altLang="en-US" dirty="0">
              <a:solidFill>
                <a:schemeClr val="tx1">
                  <a:lumMod val="75000"/>
                  <a:lumOff val="25000"/>
                </a:schemeClr>
              </a:solidFill>
              <a:cs typeface="+mn-ea"/>
              <a:sym typeface="+mn-lt"/>
            </a:endParaRPr>
          </a:p>
        </p:txBody>
      </p:sp>
      <p:pic>
        <p:nvPicPr>
          <p:cNvPr id="18" name="图片 17"/>
          <p:cNvPicPr>
            <a:picLocks noChangeAspect="1"/>
          </p:cNvPicPr>
          <p:nvPr/>
        </p:nvPicPr>
        <p:blipFill>
          <a:blip r:embed="rId4" cstate="screen"/>
          <a:srcRect/>
          <a:stretch>
            <a:fillRect/>
          </a:stretch>
        </p:blipFill>
        <p:spPr>
          <a:xfrm>
            <a:off x="9365433" y="1999466"/>
            <a:ext cx="1947158" cy="1945587"/>
          </a:xfrm>
          <a:prstGeom prst="ellipse">
            <a:avLst/>
          </a:prstGeom>
          <a:effectLst>
            <a:outerShdw blurRad="190500" sx="102000" sy="102000" algn="ctr" rotWithShape="0">
              <a:prstClr val="black">
                <a:alpha val="20000"/>
              </a:prstClr>
            </a:outerShdw>
          </a:effectLst>
        </p:spPr>
      </p:pic>
      <p:sp>
        <p:nvSpPr>
          <p:cNvPr id="19" name="文本框 18"/>
          <p:cNvSpPr txBox="1"/>
          <p:nvPr/>
        </p:nvSpPr>
        <p:spPr>
          <a:xfrm>
            <a:off x="9770097" y="4351298"/>
            <a:ext cx="1299835" cy="369332"/>
          </a:xfrm>
          <a:prstGeom prst="rect">
            <a:avLst/>
          </a:prstGeom>
          <a:noFill/>
        </p:spPr>
        <p:txBody>
          <a:bodyPr wrap="square" lIns="0" tIns="0" rIns="0" bIns="0" rtlCol="0">
            <a:spAutoFit/>
          </a:bodyPr>
          <a:lstStyle/>
          <a:p>
            <a:r>
              <a:rPr lang="zh-CN" altLang="en-US" sz="2400">
                <a:solidFill>
                  <a:schemeClr val="accent1">
                    <a:lumMod val="100000"/>
                  </a:schemeClr>
                </a:solidFill>
                <a:latin typeface="思源宋体 CN Heavy" panose="02020900000000000000" pitchFamily="18" charset="-122"/>
                <a:ea typeface="思源宋体 CN Heavy" panose="02020900000000000000" pitchFamily="18" charset="-122"/>
                <a:cs typeface="+mn-ea"/>
                <a:sym typeface="+mn-lt"/>
              </a:rPr>
              <a:t>输入姓名</a:t>
            </a:r>
            <a:endParaRPr lang="zh-CN" altLang="en-US" sz="2400" dirty="0">
              <a:solidFill>
                <a:schemeClr val="accent1">
                  <a:lumMod val="100000"/>
                </a:schemeClr>
              </a:solidFill>
              <a:latin typeface="思源宋体 CN Heavy" panose="02020900000000000000" pitchFamily="18" charset="-122"/>
              <a:ea typeface="思源宋体 CN Heavy" panose="02020900000000000000" pitchFamily="18" charset="-122"/>
              <a:cs typeface="+mn-ea"/>
              <a:sym typeface="+mn-lt"/>
            </a:endParaRPr>
          </a:p>
        </p:txBody>
      </p:sp>
      <p:sp>
        <p:nvSpPr>
          <p:cNvPr id="20" name="文本框 19"/>
          <p:cNvSpPr txBox="1"/>
          <p:nvPr/>
        </p:nvSpPr>
        <p:spPr>
          <a:xfrm>
            <a:off x="9451308" y="4851317"/>
            <a:ext cx="1937412" cy="645882"/>
          </a:xfrm>
          <a:prstGeom prst="rect">
            <a:avLst/>
          </a:prstGeom>
          <a:noFill/>
        </p:spPr>
        <p:txBody>
          <a:bodyPr wrap="square" lIns="0" tIns="0" rIns="0" bIns="0" rtlCol="0">
            <a:spAutoFit/>
          </a:bodyPr>
          <a:lstStyle/>
          <a:p>
            <a:pPr>
              <a:lnSpc>
                <a:spcPct val="120000"/>
              </a:lnSpc>
            </a:pPr>
            <a:r>
              <a:rPr lang="zh-CN" altLang="en-US">
                <a:solidFill>
                  <a:schemeClr val="tx1">
                    <a:lumMod val="75000"/>
                    <a:lumOff val="25000"/>
                  </a:schemeClr>
                </a:solidFill>
                <a:cs typeface="+mn-ea"/>
                <a:sym typeface="+mn-lt"/>
              </a:rPr>
              <a:t>请在此粘贴或者输入你的文字内容</a:t>
            </a:r>
            <a:endParaRPr lang="zh-CN" altLang="en-US" dirty="0">
              <a:solidFill>
                <a:schemeClr val="tx1">
                  <a:lumMod val="75000"/>
                  <a:lumOff val="25000"/>
                </a:schemeClr>
              </a:solidFill>
              <a:cs typeface="+mn-ea"/>
              <a:sym typeface="+mn-lt"/>
            </a:endParaRPr>
          </a:p>
        </p:txBody>
      </p:sp>
      <p:sp>
        <p:nvSpPr>
          <p:cNvPr id="34" name="文本占位符 58"/>
          <p:cNvSpPr txBox="1"/>
          <p:nvPr/>
        </p:nvSpPr>
        <p:spPr>
          <a:xfrm>
            <a:off x="10158893" y="793526"/>
            <a:ext cx="1745724" cy="281257"/>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sz="1800">
                <a:solidFill>
                  <a:schemeClr val="accent1"/>
                </a:solidFill>
                <a:cs typeface="+mn-ea"/>
                <a:sym typeface="+mn-lt"/>
              </a:rPr>
              <a:t>LOGO HERE</a:t>
            </a:r>
            <a:endParaRPr lang="zh-CN" altLang="en-US" sz="1800" dirty="0">
              <a:solidFill>
                <a:schemeClr val="accent1"/>
              </a:solidFill>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660400" y="663719"/>
            <a:ext cx="2823029" cy="430887"/>
          </a:xfrm>
          <a:prstGeom prst="rect">
            <a:avLst/>
          </a:prstGeom>
          <a:noFill/>
        </p:spPr>
        <p:txBody>
          <a:bodyPr wrap="square" lIns="0" tIns="0" rIns="0" bIns="0" rtlCol="0">
            <a:spAutoFit/>
          </a:bodyPr>
          <a:lstStyle/>
          <a:p>
            <a:r>
              <a:rPr lang="zh-CN" altLang="en-US" sz="2800">
                <a:solidFill>
                  <a:schemeClr val="accent1"/>
                </a:solidFill>
                <a:latin typeface="思源宋体 CN Heavy" panose="02020900000000000000" pitchFamily="18" charset="-122"/>
                <a:ea typeface="思源宋体 CN Heavy" panose="02020900000000000000" pitchFamily="18" charset="-122"/>
                <a:cs typeface="+mn-ea"/>
                <a:sym typeface="+mn-lt"/>
              </a:rPr>
              <a:t>请输入您的标题</a:t>
            </a:r>
            <a:endParaRPr lang="zh-CN" altLang="en-US" sz="2800">
              <a:solidFill>
                <a:schemeClr val="accent1"/>
              </a:solidFill>
              <a:latin typeface="思源宋体 CN Heavy" panose="02020900000000000000" pitchFamily="18" charset="-122"/>
              <a:ea typeface="思源宋体 CN Heavy" panose="02020900000000000000" pitchFamily="18" charset="-122"/>
              <a:cs typeface="+mn-ea"/>
              <a:sym typeface="+mn-lt"/>
            </a:endParaRPr>
          </a:p>
        </p:txBody>
      </p:sp>
      <p:sp>
        <p:nvSpPr>
          <p:cNvPr id="15" name="文本框 14"/>
          <p:cNvSpPr txBox="1"/>
          <p:nvPr/>
        </p:nvSpPr>
        <p:spPr>
          <a:xfrm>
            <a:off x="10141223" y="6235700"/>
            <a:ext cx="1459411" cy="184666"/>
          </a:xfrm>
          <a:prstGeom prst="rect">
            <a:avLst/>
          </a:prstGeom>
          <a:noFill/>
        </p:spPr>
        <p:txBody>
          <a:bodyPr wrap="square" lIns="0" tIns="0" rIns="0" bIns="0">
            <a:spAutoFit/>
          </a:bodyPr>
          <a:lstStyle/>
          <a:p>
            <a:r>
              <a:rPr lang="zh-CN" altLang="en-US" sz="1200">
                <a:solidFill>
                  <a:schemeClr val="bg1">
                    <a:lumMod val="50000"/>
                  </a:schemeClr>
                </a:solidFill>
                <a:cs typeface="+mn-ea"/>
                <a:sym typeface="+mn-lt"/>
              </a:rPr>
              <a:t>博学弘德，自强不息</a:t>
            </a:r>
            <a:endParaRPr lang="zh-CN" altLang="en-US" sz="1200">
              <a:solidFill>
                <a:schemeClr val="bg1">
                  <a:lumMod val="50000"/>
                </a:schemeClr>
              </a:solidFill>
              <a:cs typeface="+mn-ea"/>
              <a:sym typeface="+mn-lt"/>
            </a:endParaRPr>
          </a:p>
        </p:txBody>
      </p:sp>
      <p:sp>
        <p:nvSpPr>
          <p:cNvPr id="16" name="文本占位符 58"/>
          <p:cNvSpPr txBox="1"/>
          <p:nvPr/>
        </p:nvSpPr>
        <p:spPr>
          <a:xfrm>
            <a:off x="10158893" y="793526"/>
            <a:ext cx="1745724" cy="281257"/>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sz="1800">
                <a:solidFill>
                  <a:schemeClr val="accent1"/>
                </a:solidFill>
                <a:cs typeface="+mn-ea"/>
                <a:sym typeface="+mn-lt"/>
              </a:rPr>
              <a:t>LOGO HERE</a:t>
            </a:r>
            <a:endParaRPr lang="zh-CN" altLang="en-US" sz="1800" dirty="0">
              <a:solidFill>
                <a:schemeClr val="accent1"/>
              </a:solidFill>
              <a:cs typeface="+mn-ea"/>
              <a:sym typeface="+mn-lt"/>
            </a:endParaRPr>
          </a:p>
        </p:txBody>
      </p:sp>
      <p:sp>
        <p:nvSpPr>
          <p:cNvPr id="21" name="文本框 20"/>
          <p:cNvSpPr txBox="1"/>
          <p:nvPr/>
        </p:nvSpPr>
        <p:spPr>
          <a:xfrm>
            <a:off x="660400" y="1056195"/>
            <a:ext cx="2981960" cy="169277"/>
          </a:xfrm>
          <a:prstGeom prst="rect">
            <a:avLst/>
          </a:prstGeom>
          <a:noFill/>
        </p:spPr>
        <p:txBody>
          <a:bodyPr wrap="square" lIns="0" tIns="0" rIns="0" bIns="0" rtlCol="0">
            <a:spAutoFit/>
          </a:bodyPr>
          <a:lstStyle/>
          <a:p>
            <a:pPr algn="l"/>
            <a:r>
              <a:rPr lang="en-US" altLang="zh-CN" sz="1100">
                <a:solidFill>
                  <a:schemeClr val="bg1">
                    <a:lumMod val="50000"/>
                  </a:schemeClr>
                </a:solidFill>
                <a:cs typeface="+mn-ea"/>
                <a:sym typeface="+mn-lt"/>
              </a:rPr>
              <a:t>Please Enter Your Title Here</a:t>
            </a:r>
            <a:endParaRPr lang="en-US" altLang="zh-CN" sz="1100">
              <a:solidFill>
                <a:schemeClr val="bg1">
                  <a:lumMod val="50000"/>
                </a:schemeClr>
              </a:solidFill>
              <a:cs typeface="+mn-ea"/>
              <a:sym typeface="+mn-lt"/>
            </a:endParaRPr>
          </a:p>
        </p:txBody>
      </p:sp>
      <p:sp>
        <p:nvSpPr>
          <p:cNvPr id="22" name="圆角矩形 33"/>
          <p:cNvSpPr/>
          <p:nvPr/>
        </p:nvSpPr>
        <p:spPr>
          <a:xfrm>
            <a:off x="834779" y="1487082"/>
            <a:ext cx="6795053" cy="4500838"/>
          </a:xfrm>
          <a:prstGeom prst="roundRect">
            <a:avLst>
              <a:gd name="adj" fmla="val 3723"/>
            </a:avLst>
          </a:prstGeom>
          <a:solidFill>
            <a:schemeClr val="bg1"/>
          </a:solidFill>
          <a:ln w="12700" cap="flat" cmpd="sng" algn="ctr">
            <a:noFill/>
            <a:prstDash val="solid"/>
            <a:miter lim="800000"/>
          </a:ln>
          <a:effectLst>
            <a:outerShdw blurRad="190500" dist="63500" dir="2700000" algn="tl" rotWithShape="0">
              <a:schemeClr val="accent1">
                <a:alpha val="20000"/>
              </a:schemeClr>
            </a:outerShdw>
          </a:effectLst>
        </p:spPr>
        <p:txBody>
          <a:bodyPr wrap="none"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605" b="0" i="0" u="none" strike="noStrike" kern="0" cap="none" spc="0" normalizeH="0" baseline="0" noProof="0" dirty="0">
              <a:ln>
                <a:noFill/>
              </a:ln>
              <a:solidFill>
                <a:srgbClr val="213B6A"/>
              </a:solidFill>
              <a:effectLst/>
              <a:uLnTx/>
              <a:uFillTx/>
              <a:cs typeface="+mn-ea"/>
              <a:sym typeface="+mn-lt"/>
            </a:endParaRPr>
          </a:p>
        </p:txBody>
      </p:sp>
      <p:sp>
        <p:nvSpPr>
          <p:cNvPr id="23" name="圆角矩形 40"/>
          <p:cNvSpPr/>
          <p:nvPr/>
        </p:nvSpPr>
        <p:spPr>
          <a:xfrm>
            <a:off x="7151298" y="1629371"/>
            <a:ext cx="4191601" cy="1964347"/>
          </a:xfrm>
          <a:prstGeom prst="roundRect">
            <a:avLst>
              <a:gd name="adj" fmla="val 3723"/>
            </a:avLst>
          </a:prstGeom>
          <a:solidFill>
            <a:schemeClr val="accent1">
              <a:lumMod val="100000"/>
            </a:schemeClr>
          </a:solidFill>
          <a:ln w="12700" cap="flat" cmpd="sng" algn="ctr">
            <a:noFill/>
            <a:prstDash val="solid"/>
            <a:miter lim="800000"/>
          </a:ln>
          <a:effectLst>
            <a:outerShdw blurRad="355600" dist="139700" dir="2700000" algn="tl" rotWithShape="0">
              <a:schemeClr val="accent1">
                <a:alpha val="17000"/>
              </a:scheme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cs typeface="+mn-ea"/>
              <a:sym typeface="+mn-lt"/>
            </a:endParaRPr>
          </a:p>
        </p:txBody>
      </p:sp>
      <p:sp>
        <p:nvSpPr>
          <p:cNvPr id="24" name="圆角矩形 43"/>
          <p:cNvSpPr/>
          <p:nvPr/>
        </p:nvSpPr>
        <p:spPr>
          <a:xfrm>
            <a:off x="7148244" y="3892318"/>
            <a:ext cx="4208978" cy="1953311"/>
          </a:xfrm>
          <a:prstGeom prst="roundRect">
            <a:avLst>
              <a:gd name="adj" fmla="val 3723"/>
            </a:avLst>
          </a:prstGeom>
          <a:solidFill>
            <a:schemeClr val="accent1">
              <a:lumMod val="100000"/>
            </a:schemeClr>
          </a:solidFill>
          <a:ln w="12700" cap="flat" cmpd="sng" algn="ctr">
            <a:noFill/>
            <a:prstDash val="solid"/>
            <a:miter lim="800000"/>
          </a:ln>
          <a:effectLst>
            <a:outerShdw blurRad="355600" dist="139700" dir="2700000" algn="tl" rotWithShape="0">
              <a:schemeClr val="accent1">
                <a:alpha val="17000"/>
              </a:scheme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cs typeface="+mn-ea"/>
              <a:sym typeface="+mn-lt"/>
            </a:endParaRPr>
          </a:p>
        </p:txBody>
      </p:sp>
      <p:sp>
        <p:nvSpPr>
          <p:cNvPr id="29" name="矩形 28"/>
          <p:cNvSpPr/>
          <p:nvPr/>
        </p:nvSpPr>
        <p:spPr>
          <a:xfrm>
            <a:off x="1272332" y="2126293"/>
            <a:ext cx="5332007" cy="974819"/>
          </a:xfrm>
          <a:prstGeom prst="rect">
            <a:avLst/>
          </a:prstGeom>
          <a:noFill/>
        </p:spPr>
        <p:txBody>
          <a:bodyPr wrap="square" lIns="0" tIns="0" rIns="0" bIns="0" anchor="t" anchorCtr="0">
            <a:spAutoFit/>
          </a:bodyPr>
          <a:lstStyle/>
          <a:p>
            <a:pPr algn="just">
              <a:lnSpc>
                <a:spcPct val="120000"/>
              </a:lnSpc>
            </a:pPr>
            <a:r>
              <a:rPr lang="zh-CN" altLang="en-US">
                <a:solidFill>
                  <a:schemeClr val="tx1">
                    <a:lumMod val="75000"/>
                    <a:lumOff val="25000"/>
                  </a:schemeClr>
                </a:solidFill>
                <a:cs typeface="+mn-ea"/>
                <a:sym typeface="+mn-lt"/>
              </a:rPr>
              <a:t>中原工学院位于河南省郑州市，中原工学院是一所以工为主，以电子信息和纺织服装为特色优势，工、管艺、理、文、经、法、哲等多学科协调发展</a:t>
            </a:r>
            <a:endParaRPr lang="zh-CN" altLang="en-US">
              <a:solidFill>
                <a:schemeClr val="tx1">
                  <a:lumMod val="75000"/>
                  <a:lumOff val="25000"/>
                </a:schemeClr>
              </a:solidFill>
              <a:cs typeface="+mn-ea"/>
              <a:sym typeface="+mn-lt"/>
            </a:endParaRPr>
          </a:p>
        </p:txBody>
      </p:sp>
      <p:sp>
        <p:nvSpPr>
          <p:cNvPr id="30" name="矩形 29"/>
          <p:cNvSpPr/>
          <p:nvPr/>
        </p:nvSpPr>
        <p:spPr>
          <a:xfrm>
            <a:off x="1272336" y="1589649"/>
            <a:ext cx="2744974" cy="449418"/>
          </a:xfrm>
          <a:prstGeom prst="rect">
            <a:avLst/>
          </a:prstGeom>
        </p:spPr>
        <p:txBody>
          <a:bodyPr wrap="square" lIns="0" tIns="0" rIns="0" bIns="0" anchor="ctr">
            <a:spAutoFit/>
          </a:bodyPr>
          <a:lstStyle/>
          <a:p>
            <a:pPr>
              <a:lnSpc>
                <a:spcPct val="130000"/>
              </a:lnSpc>
            </a:pPr>
            <a:r>
              <a:rPr lang="zh-CN" altLang="en-US" sz="2400" b="1" dirty="0">
                <a:solidFill>
                  <a:schemeClr val="accent1">
                    <a:lumMod val="100000"/>
                  </a:schemeClr>
                </a:solidFill>
                <a:latin typeface="思源宋体 CN Heavy" panose="02020900000000000000" pitchFamily="18" charset="-122"/>
                <a:ea typeface="思源宋体 CN Heavy" panose="02020900000000000000" pitchFamily="18" charset="-122"/>
                <a:cs typeface="+mn-ea"/>
                <a:sym typeface="+mn-lt"/>
              </a:rPr>
              <a:t>请输入您的标题</a:t>
            </a:r>
            <a:endParaRPr lang="zh-CN" altLang="en-US" sz="2400" b="1" dirty="0">
              <a:solidFill>
                <a:schemeClr val="accent1">
                  <a:lumMod val="100000"/>
                </a:schemeClr>
              </a:solidFill>
              <a:latin typeface="思源宋体 CN Heavy" panose="02020900000000000000" pitchFamily="18" charset="-122"/>
              <a:ea typeface="思源宋体 CN Heavy" panose="02020900000000000000" pitchFamily="18" charset="-122"/>
              <a:cs typeface="+mn-ea"/>
              <a:sym typeface="+mn-lt"/>
            </a:endParaRPr>
          </a:p>
        </p:txBody>
      </p:sp>
      <p:cxnSp>
        <p:nvCxnSpPr>
          <p:cNvPr id="31" name="直接连接符 30"/>
          <p:cNvCxnSpPr/>
          <p:nvPr/>
        </p:nvCxnSpPr>
        <p:spPr>
          <a:xfrm>
            <a:off x="1272332" y="3676008"/>
            <a:ext cx="5332007" cy="0"/>
          </a:xfrm>
          <a:prstGeom prst="line">
            <a:avLst/>
          </a:prstGeom>
          <a:noFill/>
          <a:ln w="6350" cap="flat" cmpd="sng" algn="ctr">
            <a:solidFill>
              <a:schemeClr val="accent1">
                <a:lumMod val="100000"/>
              </a:schemeClr>
            </a:solidFill>
            <a:prstDash val="solid"/>
            <a:miter lim="800000"/>
          </a:ln>
          <a:effectLst/>
        </p:spPr>
      </p:cxnSp>
      <p:sp>
        <p:nvSpPr>
          <p:cNvPr id="33" name="矩形 32"/>
          <p:cNvSpPr/>
          <p:nvPr/>
        </p:nvSpPr>
        <p:spPr>
          <a:xfrm>
            <a:off x="1272332" y="4436919"/>
            <a:ext cx="5332007" cy="974819"/>
          </a:xfrm>
          <a:prstGeom prst="rect">
            <a:avLst/>
          </a:prstGeom>
          <a:noFill/>
        </p:spPr>
        <p:txBody>
          <a:bodyPr wrap="square" lIns="0" tIns="0" rIns="0" bIns="0" anchor="t" anchorCtr="0">
            <a:spAutoFit/>
          </a:bodyPr>
          <a:lstStyle/>
          <a:p>
            <a:pPr algn="just">
              <a:lnSpc>
                <a:spcPct val="120000"/>
              </a:lnSpc>
            </a:pPr>
            <a:r>
              <a:rPr lang="zh-CN" altLang="en-US">
                <a:solidFill>
                  <a:schemeClr val="tx1">
                    <a:lumMod val="75000"/>
                    <a:lumOff val="25000"/>
                  </a:schemeClr>
                </a:solidFill>
                <a:cs typeface="+mn-ea"/>
                <a:sym typeface="+mn-lt"/>
              </a:rPr>
              <a:t>中原工学院位于河南省郑州市，中原工学院是一所以工为主，以电子信息和纺织服装为特色优势，工、管艺、理、文、经、法、哲等多学科协调发展</a:t>
            </a:r>
            <a:endParaRPr lang="zh-CN" altLang="en-US">
              <a:solidFill>
                <a:schemeClr val="tx1">
                  <a:lumMod val="75000"/>
                  <a:lumOff val="25000"/>
                </a:schemeClr>
              </a:solidFill>
              <a:cs typeface="+mn-ea"/>
              <a:sym typeface="+mn-lt"/>
            </a:endParaRPr>
          </a:p>
        </p:txBody>
      </p:sp>
      <p:sp>
        <p:nvSpPr>
          <p:cNvPr id="34" name="矩形 33"/>
          <p:cNvSpPr/>
          <p:nvPr/>
        </p:nvSpPr>
        <p:spPr>
          <a:xfrm>
            <a:off x="1272336" y="3900275"/>
            <a:ext cx="2744974" cy="449418"/>
          </a:xfrm>
          <a:prstGeom prst="rect">
            <a:avLst/>
          </a:prstGeom>
        </p:spPr>
        <p:txBody>
          <a:bodyPr wrap="square" lIns="0" tIns="0" rIns="0" bIns="0" anchor="ctr">
            <a:spAutoFit/>
          </a:bodyPr>
          <a:lstStyle/>
          <a:p>
            <a:pPr>
              <a:lnSpc>
                <a:spcPct val="130000"/>
              </a:lnSpc>
            </a:pPr>
            <a:r>
              <a:rPr lang="zh-CN" altLang="en-US" sz="2400" b="1" dirty="0">
                <a:solidFill>
                  <a:schemeClr val="accent1">
                    <a:lumMod val="100000"/>
                  </a:schemeClr>
                </a:solidFill>
                <a:latin typeface="思源宋体 CN Heavy" panose="02020900000000000000" pitchFamily="18" charset="-122"/>
                <a:ea typeface="思源宋体 CN Heavy" panose="02020900000000000000" pitchFamily="18" charset="-122"/>
                <a:cs typeface="+mn-ea"/>
                <a:sym typeface="+mn-lt"/>
              </a:rPr>
              <a:t>请输入您的标题</a:t>
            </a:r>
            <a:endParaRPr lang="zh-CN" altLang="en-US" sz="2400" b="1" dirty="0">
              <a:solidFill>
                <a:schemeClr val="accent1">
                  <a:lumMod val="100000"/>
                </a:schemeClr>
              </a:solidFill>
              <a:latin typeface="思源宋体 CN Heavy" panose="02020900000000000000" pitchFamily="18" charset="-122"/>
              <a:ea typeface="思源宋体 CN Heavy" panose="02020900000000000000" pitchFamily="18" charset="-122"/>
              <a:cs typeface="+mn-ea"/>
              <a:sym typeface="+mn-lt"/>
            </a:endParaRPr>
          </a:p>
        </p:txBody>
      </p:sp>
      <p:grpSp>
        <p:nvGrpSpPr>
          <p:cNvPr id="3" name="组合 2"/>
          <p:cNvGrpSpPr/>
          <p:nvPr/>
        </p:nvGrpSpPr>
        <p:grpSpPr>
          <a:xfrm>
            <a:off x="7409824" y="1889990"/>
            <a:ext cx="3644619" cy="1443109"/>
            <a:chOff x="7409824" y="1803913"/>
            <a:chExt cx="3644619" cy="1443109"/>
          </a:xfrm>
        </p:grpSpPr>
        <p:sp>
          <p:nvSpPr>
            <p:cNvPr id="37" name="文本框 36"/>
            <p:cNvSpPr txBox="1"/>
            <p:nvPr/>
          </p:nvSpPr>
          <p:spPr>
            <a:xfrm>
              <a:off x="7409824" y="1803913"/>
              <a:ext cx="1601718" cy="369332"/>
            </a:xfrm>
            <a:prstGeom prst="rect">
              <a:avLst/>
            </a:prstGeom>
          </p:spPr>
          <p:txBody>
            <a:bodyPr wrap="square" lIns="0" tIns="0" rIns="0" bIns="0">
              <a:spAutoFit/>
            </a:bodyPr>
            <a:lstStyle>
              <a:lvl1pPr algn="l" defTabSz="914400" rtl="0" eaLnBrk="1" latinLnBrk="0" hangingPunct="1">
                <a:lnSpc>
                  <a:spcPct val="100000"/>
                </a:lnSpc>
                <a:spcBef>
                  <a:spcPct val="0"/>
                </a:spcBef>
                <a:buNone/>
                <a:defRPr lang="zh-CN" altLang="en-US" sz="2800" b="1" kern="1200">
                  <a:solidFill>
                    <a:schemeClr val="tx1"/>
                  </a:solidFill>
                  <a:latin typeface="+mj-lt"/>
                  <a:ea typeface="+mj-ea"/>
                  <a:cs typeface="+mj-cs"/>
                </a:defRPr>
              </a:lvl1pPr>
            </a:lstStyle>
            <a:p>
              <a:pPr marL="0" lvl="1"/>
              <a:r>
                <a:rPr lang="zh-CN" altLang="en-US" sz="2400" dirty="0">
                  <a:solidFill>
                    <a:schemeClr val="bg1"/>
                  </a:solidFill>
                  <a:latin typeface="思源宋体 CN Heavy" panose="02020900000000000000" pitchFamily="18" charset="-122"/>
                  <a:ea typeface="思源宋体 CN Heavy" panose="02020900000000000000" pitchFamily="18" charset="-122"/>
                  <a:cs typeface="+mn-ea"/>
                  <a:sym typeface="+mn-lt"/>
                </a:rPr>
                <a:t>添加标题</a:t>
              </a:r>
              <a:endParaRPr lang="zh-CN" altLang="en-US" sz="2400" dirty="0">
                <a:solidFill>
                  <a:schemeClr val="bg1"/>
                </a:solidFill>
                <a:latin typeface="思源宋体 CN Heavy" panose="02020900000000000000" pitchFamily="18" charset="-122"/>
                <a:ea typeface="思源宋体 CN Heavy" panose="02020900000000000000" pitchFamily="18" charset="-122"/>
                <a:cs typeface="+mn-ea"/>
                <a:sym typeface="+mn-lt"/>
              </a:endParaRPr>
            </a:p>
          </p:txBody>
        </p:sp>
        <p:sp>
          <p:nvSpPr>
            <p:cNvPr id="38" name="文本框 37"/>
            <p:cNvSpPr txBox="1"/>
            <p:nvPr/>
          </p:nvSpPr>
          <p:spPr>
            <a:xfrm>
              <a:off x="7409824" y="2272075"/>
              <a:ext cx="3644619" cy="974947"/>
            </a:xfrm>
            <a:prstGeom prst="rect">
              <a:avLst/>
            </a:prstGeom>
          </p:spPr>
          <p:txBody>
            <a:bodyPr wrap="square" lIns="0" tIns="0" rIns="0" bIns="0">
              <a:spAutoFit/>
            </a:bodyPr>
            <a:lstStyle>
              <a:defPPr>
                <a:defRPr lang="zh-CN"/>
              </a:defPPr>
              <a:lvl1pPr>
                <a:lnSpc>
                  <a:spcPct val="130000"/>
                </a:lnSpc>
                <a:defRPr sz="1400">
                  <a:solidFill>
                    <a:schemeClr val="tx1">
                      <a:lumMod val="65000"/>
                      <a:lumOff val="35000"/>
                    </a:schemeClr>
                  </a:solidFill>
                  <a:latin typeface="思源黑体 CN Normal" panose="020B0400000000000000" pitchFamily="34" charset="-122"/>
                  <a:ea typeface="思源黑体 CN Normal" panose="020B0400000000000000" pitchFamily="34" charset="-122"/>
                </a:defRPr>
              </a:lvl1pPr>
              <a:lvl2pPr>
                <a:defRPr/>
              </a:lvl2pPr>
              <a:lvl3pPr>
                <a:defRPr/>
              </a:lvl3pPr>
              <a:lvl4pPr>
                <a:defRPr/>
              </a:lvl4pPr>
              <a:lvl5pPr>
                <a:defRPr/>
              </a:lvl5pPr>
              <a:lvl6pPr>
                <a:defRPr/>
              </a:lvl6pPr>
              <a:lvl7pPr>
                <a:defRPr/>
              </a:lvl7pPr>
              <a:lvl8pPr>
                <a:defRPr/>
              </a:lvl8pPr>
              <a:lvl9pPr>
                <a:defRPr/>
              </a:lvl9pPr>
            </a:lstStyle>
            <a:p>
              <a:pPr marR="0" lvl="0" defTabSz="914400" eaLnBrk="1" fontAlgn="auto" latinLnBrk="0" hangingPunct="1">
                <a:lnSpc>
                  <a:spcPct val="120000"/>
                </a:lnSpc>
                <a:spcBef>
                  <a:spcPts val="0"/>
                </a:spcBef>
                <a:spcAft>
                  <a:spcPts val="0"/>
                </a:spcAft>
                <a:buClrTx/>
                <a:buSzTx/>
                <a:defRPr/>
              </a:pPr>
              <a:r>
                <a:rPr kumimoji="0" lang="zh-CN" altLang="en-US" sz="1800" b="0" i="0" u="none" strike="noStrike" kern="0" cap="none" spc="0" normalizeH="0" baseline="0" noProof="0" dirty="0">
                  <a:ln>
                    <a:noFill/>
                  </a:ln>
                  <a:solidFill>
                    <a:schemeClr val="bg1"/>
                  </a:solidFill>
                  <a:effectLst/>
                  <a:uLnTx/>
                  <a:uFillTx/>
                  <a:latin typeface="+mn-lt"/>
                  <a:ea typeface="+mn-ea"/>
                  <a:cs typeface="+mn-ea"/>
                  <a:sym typeface="+mn-lt"/>
                </a:rPr>
                <a:t>在这里输入你的正文阐述与关键词标题相关的具体内容，若字数太多酌情</a:t>
              </a:r>
              <a:r>
                <a:rPr kumimoji="0" lang="zh-CN" altLang="en-US" sz="1800" b="0" i="0" u="none" strike="noStrike" kern="0" cap="none" spc="0" normalizeH="0" baseline="0" noProof="0">
                  <a:ln>
                    <a:noFill/>
                  </a:ln>
                  <a:solidFill>
                    <a:schemeClr val="bg1"/>
                  </a:solidFill>
                  <a:effectLst/>
                  <a:uLnTx/>
                  <a:uFillTx/>
                  <a:latin typeface="+mn-lt"/>
                  <a:ea typeface="+mn-ea"/>
                  <a:cs typeface="+mn-ea"/>
                  <a:sym typeface="+mn-lt"/>
                </a:rPr>
                <a:t>删减文案</a:t>
              </a:r>
              <a:endParaRPr kumimoji="0" lang="zh-CN" altLang="en-US" sz="1800" b="0" i="0" u="none" strike="noStrike" kern="0" cap="none" spc="0" normalizeH="0" baseline="0" noProof="0" dirty="0">
                <a:ln>
                  <a:noFill/>
                </a:ln>
                <a:solidFill>
                  <a:schemeClr val="bg1"/>
                </a:solidFill>
                <a:effectLst/>
                <a:uLnTx/>
                <a:uFillTx/>
                <a:latin typeface="+mn-lt"/>
                <a:ea typeface="+mn-ea"/>
                <a:cs typeface="+mn-ea"/>
                <a:sym typeface="+mn-lt"/>
              </a:endParaRPr>
            </a:p>
          </p:txBody>
        </p:sp>
      </p:grpSp>
      <p:grpSp>
        <p:nvGrpSpPr>
          <p:cNvPr id="2" name="组合 1"/>
          <p:cNvGrpSpPr/>
          <p:nvPr/>
        </p:nvGrpSpPr>
        <p:grpSpPr>
          <a:xfrm>
            <a:off x="7409824" y="4147419"/>
            <a:ext cx="3644619" cy="1443109"/>
            <a:chOff x="7409824" y="4245682"/>
            <a:chExt cx="3644619" cy="1443109"/>
          </a:xfrm>
        </p:grpSpPr>
        <p:sp>
          <p:nvSpPr>
            <p:cNvPr id="39" name="文本框 38"/>
            <p:cNvSpPr txBox="1"/>
            <p:nvPr/>
          </p:nvSpPr>
          <p:spPr>
            <a:xfrm>
              <a:off x="7409824" y="4245682"/>
              <a:ext cx="1601718" cy="369332"/>
            </a:xfrm>
            <a:prstGeom prst="rect">
              <a:avLst/>
            </a:prstGeom>
          </p:spPr>
          <p:txBody>
            <a:bodyPr wrap="square" lIns="0" tIns="0" rIns="0" bIns="0">
              <a:spAutoFit/>
            </a:bodyPr>
            <a:lstStyle>
              <a:lvl1pPr algn="l" defTabSz="914400" rtl="0" eaLnBrk="1" latinLnBrk="0" hangingPunct="1">
                <a:lnSpc>
                  <a:spcPct val="100000"/>
                </a:lnSpc>
                <a:spcBef>
                  <a:spcPct val="0"/>
                </a:spcBef>
                <a:buNone/>
                <a:defRPr lang="zh-CN" altLang="en-US" sz="2800" b="1" kern="1200">
                  <a:solidFill>
                    <a:schemeClr val="tx1"/>
                  </a:solidFill>
                  <a:latin typeface="+mj-lt"/>
                  <a:ea typeface="+mj-ea"/>
                  <a:cs typeface="+mj-cs"/>
                </a:defRPr>
              </a:lvl1pPr>
            </a:lstStyle>
            <a:p>
              <a:pPr marL="0" lvl="1"/>
              <a:r>
                <a:rPr lang="zh-CN" altLang="en-US" sz="2400" dirty="0">
                  <a:solidFill>
                    <a:schemeClr val="bg1"/>
                  </a:solidFill>
                  <a:latin typeface="思源宋体 CN Heavy" panose="02020900000000000000" pitchFamily="18" charset="-122"/>
                  <a:ea typeface="思源宋体 CN Heavy" panose="02020900000000000000" pitchFamily="18" charset="-122"/>
                  <a:cs typeface="+mn-ea"/>
                  <a:sym typeface="+mn-lt"/>
                </a:rPr>
                <a:t>添加标题</a:t>
              </a:r>
              <a:endParaRPr lang="zh-CN" altLang="en-US" sz="2400" dirty="0">
                <a:solidFill>
                  <a:schemeClr val="bg1"/>
                </a:solidFill>
                <a:latin typeface="思源宋体 CN Heavy" panose="02020900000000000000" pitchFamily="18" charset="-122"/>
                <a:ea typeface="思源宋体 CN Heavy" panose="02020900000000000000" pitchFamily="18" charset="-122"/>
                <a:cs typeface="+mn-ea"/>
                <a:sym typeface="+mn-lt"/>
              </a:endParaRPr>
            </a:p>
          </p:txBody>
        </p:sp>
        <p:sp>
          <p:nvSpPr>
            <p:cNvPr id="40" name="文本框 39"/>
            <p:cNvSpPr txBox="1"/>
            <p:nvPr/>
          </p:nvSpPr>
          <p:spPr>
            <a:xfrm>
              <a:off x="7409824" y="4713844"/>
              <a:ext cx="3644619" cy="974947"/>
            </a:xfrm>
            <a:prstGeom prst="rect">
              <a:avLst/>
            </a:prstGeom>
          </p:spPr>
          <p:txBody>
            <a:bodyPr wrap="square" lIns="0" tIns="0" rIns="0" bIns="0">
              <a:spAutoFit/>
            </a:bodyPr>
            <a:lstStyle>
              <a:defPPr>
                <a:defRPr lang="zh-CN"/>
              </a:defPPr>
              <a:lvl1pPr>
                <a:lnSpc>
                  <a:spcPct val="130000"/>
                </a:lnSpc>
                <a:defRPr sz="1400">
                  <a:solidFill>
                    <a:schemeClr val="tx1">
                      <a:lumMod val="65000"/>
                      <a:lumOff val="35000"/>
                    </a:schemeClr>
                  </a:solidFill>
                  <a:latin typeface="思源黑体 CN Normal" panose="020B0400000000000000" pitchFamily="34" charset="-122"/>
                  <a:ea typeface="思源黑体 CN Normal" panose="020B0400000000000000" pitchFamily="34" charset="-122"/>
                </a:defRPr>
              </a:lvl1pPr>
              <a:lvl2pPr>
                <a:defRPr/>
              </a:lvl2pPr>
              <a:lvl3pPr>
                <a:defRPr/>
              </a:lvl3pPr>
              <a:lvl4pPr>
                <a:defRPr/>
              </a:lvl4pPr>
              <a:lvl5pPr>
                <a:defRPr/>
              </a:lvl5pPr>
              <a:lvl6pPr>
                <a:defRPr/>
              </a:lvl6pPr>
              <a:lvl7pPr>
                <a:defRPr/>
              </a:lvl7pPr>
              <a:lvl8pPr>
                <a:defRPr/>
              </a:lvl8pPr>
              <a:lvl9pPr>
                <a:defRPr/>
              </a:lvl9pPr>
            </a:lstStyle>
            <a:p>
              <a:pPr marR="0" lvl="0" defTabSz="914400" eaLnBrk="1" fontAlgn="auto" latinLnBrk="0" hangingPunct="1">
                <a:lnSpc>
                  <a:spcPct val="120000"/>
                </a:lnSpc>
                <a:spcBef>
                  <a:spcPts val="0"/>
                </a:spcBef>
                <a:spcAft>
                  <a:spcPts val="0"/>
                </a:spcAft>
                <a:buClrTx/>
                <a:buSzTx/>
                <a:defRPr/>
              </a:pPr>
              <a:r>
                <a:rPr kumimoji="0" lang="zh-CN" altLang="en-US" sz="1800" b="0" i="0" u="none" strike="noStrike" kern="0" cap="none" spc="0" normalizeH="0" baseline="0" noProof="0" dirty="0">
                  <a:ln>
                    <a:noFill/>
                  </a:ln>
                  <a:solidFill>
                    <a:schemeClr val="bg1"/>
                  </a:solidFill>
                  <a:effectLst/>
                  <a:uLnTx/>
                  <a:uFillTx/>
                  <a:latin typeface="+mn-lt"/>
                  <a:ea typeface="+mn-ea"/>
                  <a:cs typeface="+mn-ea"/>
                  <a:sym typeface="+mn-lt"/>
                </a:rPr>
                <a:t>在这里输入你的正文阐述与关键词标题相关的具体内容，若字数太多酌情</a:t>
              </a:r>
              <a:r>
                <a:rPr kumimoji="0" lang="zh-CN" altLang="en-US" sz="1800" b="0" i="0" u="none" strike="noStrike" kern="0" cap="none" spc="0" normalizeH="0" baseline="0" noProof="0">
                  <a:ln>
                    <a:noFill/>
                  </a:ln>
                  <a:solidFill>
                    <a:schemeClr val="bg1"/>
                  </a:solidFill>
                  <a:effectLst/>
                  <a:uLnTx/>
                  <a:uFillTx/>
                  <a:latin typeface="+mn-lt"/>
                  <a:ea typeface="+mn-ea"/>
                  <a:cs typeface="+mn-ea"/>
                  <a:sym typeface="+mn-lt"/>
                </a:rPr>
                <a:t>删减文案</a:t>
              </a:r>
              <a:endParaRPr kumimoji="0" lang="zh-CN" altLang="en-US" sz="1800" b="0" i="0" u="none" strike="noStrike" kern="0" cap="none" spc="0" normalizeH="0" baseline="0" noProof="0" dirty="0">
                <a:ln>
                  <a:noFill/>
                </a:ln>
                <a:solidFill>
                  <a:schemeClr val="bg1"/>
                </a:solidFill>
                <a:effectLst/>
                <a:uLnTx/>
                <a:uFillTx/>
                <a:latin typeface="+mn-lt"/>
                <a:ea typeface="+mn-ea"/>
                <a:cs typeface="+mn-ea"/>
                <a:sym typeface="+mn-lt"/>
              </a:endParaRPr>
            </a:p>
          </p:txBody>
        </p:sp>
      </p:gr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椭圆 29"/>
          <p:cNvSpPr/>
          <p:nvPr/>
        </p:nvSpPr>
        <p:spPr>
          <a:xfrm>
            <a:off x="974069" y="2081110"/>
            <a:ext cx="1937412" cy="1937412"/>
          </a:xfrm>
          <a:prstGeom prst="ellipse">
            <a:avLst/>
          </a:prstGeom>
          <a:solidFill>
            <a:schemeClr val="accent1">
              <a:lumMod val="10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1" name="椭圆 30"/>
          <p:cNvSpPr/>
          <p:nvPr/>
        </p:nvSpPr>
        <p:spPr>
          <a:xfrm>
            <a:off x="3780274" y="2089946"/>
            <a:ext cx="1927660" cy="1927660"/>
          </a:xfrm>
          <a:prstGeom prst="ellipse">
            <a:avLst/>
          </a:prstGeom>
          <a:solidFill>
            <a:schemeClr val="accent1">
              <a:lumMod val="10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2" name="椭圆 31"/>
          <p:cNvSpPr/>
          <p:nvPr/>
        </p:nvSpPr>
        <p:spPr>
          <a:xfrm>
            <a:off x="6586479" y="2074531"/>
            <a:ext cx="1950570" cy="1950570"/>
          </a:xfrm>
          <a:prstGeom prst="ellipse">
            <a:avLst/>
          </a:prstGeom>
          <a:solidFill>
            <a:schemeClr val="accent1">
              <a:lumMod val="10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3" name="椭圆 32"/>
          <p:cNvSpPr/>
          <p:nvPr/>
        </p:nvSpPr>
        <p:spPr>
          <a:xfrm>
            <a:off x="9447864" y="2081111"/>
            <a:ext cx="1945587" cy="1945587"/>
          </a:xfrm>
          <a:prstGeom prst="ellipse">
            <a:avLst/>
          </a:prstGeom>
          <a:solidFill>
            <a:schemeClr val="accent1">
              <a:lumMod val="10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 name="文本框 1"/>
          <p:cNvSpPr txBox="1"/>
          <p:nvPr/>
        </p:nvSpPr>
        <p:spPr>
          <a:xfrm>
            <a:off x="10141223" y="6235700"/>
            <a:ext cx="1459411" cy="184666"/>
          </a:xfrm>
          <a:prstGeom prst="rect">
            <a:avLst/>
          </a:prstGeom>
          <a:noFill/>
        </p:spPr>
        <p:txBody>
          <a:bodyPr wrap="square" lIns="0" tIns="0" rIns="0" bIns="0">
            <a:spAutoFit/>
          </a:bodyPr>
          <a:lstStyle/>
          <a:p>
            <a:r>
              <a:rPr lang="zh-CN" altLang="en-US" sz="1200">
                <a:solidFill>
                  <a:schemeClr val="bg1">
                    <a:lumMod val="50000"/>
                  </a:schemeClr>
                </a:solidFill>
                <a:cs typeface="+mn-ea"/>
                <a:sym typeface="+mn-lt"/>
              </a:rPr>
              <a:t>博学弘德，自强不息</a:t>
            </a:r>
            <a:endParaRPr lang="zh-CN" altLang="en-US" sz="1200">
              <a:solidFill>
                <a:schemeClr val="bg1">
                  <a:lumMod val="50000"/>
                </a:schemeClr>
              </a:solidFill>
              <a:cs typeface="+mn-ea"/>
              <a:sym typeface="+mn-lt"/>
            </a:endParaRPr>
          </a:p>
        </p:txBody>
      </p:sp>
      <p:sp>
        <p:nvSpPr>
          <p:cNvPr id="3" name="文本框 2"/>
          <p:cNvSpPr txBox="1"/>
          <p:nvPr/>
        </p:nvSpPr>
        <p:spPr>
          <a:xfrm>
            <a:off x="660400" y="663719"/>
            <a:ext cx="2823029" cy="430887"/>
          </a:xfrm>
          <a:prstGeom prst="rect">
            <a:avLst/>
          </a:prstGeom>
          <a:noFill/>
        </p:spPr>
        <p:txBody>
          <a:bodyPr wrap="square" lIns="0" tIns="0" rIns="0" bIns="0" rtlCol="0">
            <a:spAutoFit/>
          </a:bodyPr>
          <a:lstStyle/>
          <a:p>
            <a:r>
              <a:rPr lang="zh-CN" altLang="en-US" sz="2800">
                <a:solidFill>
                  <a:schemeClr val="accent1"/>
                </a:solidFill>
                <a:latin typeface="思源宋体 CN Heavy" panose="02020900000000000000" pitchFamily="18" charset="-122"/>
                <a:ea typeface="思源宋体 CN Heavy" panose="02020900000000000000" pitchFamily="18" charset="-122"/>
                <a:cs typeface="+mn-ea"/>
                <a:sym typeface="+mn-lt"/>
              </a:rPr>
              <a:t>请输入您的标题</a:t>
            </a:r>
            <a:endParaRPr lang="zh-CN" altLang="en-US" sz="2800">
              <a:solidFill>
                <a:schemeClr val="accent1"/>
              </a:solidFill>
              <a:latin typeface="思源宋体 CN Heavy" panose="02020900000000000000" pitchFamily="18" charset="-122"/>
              <a:ea typeface="思源宋体 CN Heavy" panose="02020900000000000000" pitchFamily="18" charset="-122"/>
              <a:cs typeface="+mn-ea"/>
              <a:sym typeface="+mn-lt"/>
            </a:endParaRPr>
          </a:p>
        </p:txBody>
      </p:sp>
      <p:sp>
        <p:nvSpPr>
          <p:cNvPr id="4" name="文本框 3"/>
          <p:cNvSpPr txBox="1"/>
          <p:nvPr/>
        </p:nvSpPr>
        <p:spPr>
          <a:xfrm>
            <a:off x="660400" y="1056195"/>
            <a:ext cx="2981960" cy="169277"/>
          </a:xfrm>
          <a:prstGeom prst="rect">
            <a:avLst/>
          </a:prstGeom>
          <a:noFill/>
        </p:spPr>
        <p:txBody>
          <a:bodyPr wrap="square" lIns="0" tIns="0" rIns="0" bIns="0" rtlCol="0">
            <a:spAutoFit/>
          </a:bodyPr>
          <a:lstStyle/>
          <a:p>
            <a:pPr algn="l"/>
            <a:r>
              <a:rPr lang="en-US" altLang="zh-CN" sz="1100">
                <a:solidFill>
                  <a:schemeClr val="bg1">
                    <a:lumMod val="50000"/>
                  </a:schemeClr>
                </a:solidFill>
                <a:cs typeface="+mn-ea"/>
                <a:sym typeface="+mn-lt"/>
              </a:rPr>
              <a:t>Please Enter Your Title Here</a:t>
            </a:r>
            <a:endParaRPr lang="en-US" altLang="zh-CN" sz="1100">
              <a:solidFill>
                <a:schemeClr val="bg1">
                  <a:lumMod val="50000"/>
                </a:schemeClr>
              </a:solidFill>
              <a:cs typeface="+mn-ea"/>
              <a:sym typeface="+mn-lt"/>
            </a:endParaRPr>
          </a:p>
        </p:txBody>
      </p:sp>
      <p:pic>
        <p:nvPicPr>
          <p:cNvPr id="6" name="图片 5"/>
          <p:cNvPicPr>
            <a:picLocks noChangeAspect="1"/>
          </p:cNvPicPr>
          <p:nvPr/>
        </p:nvPicPr>
        <p:blipFill>
          <a:blip r:embed="rId1" cstate="screen"/>
          <a:srcRect/>
          <a:stretch>
            <a:fillRect/>
          </a:stretch>
        </p:blipFill>
        <p:spPr>
          <a:xfrm>
            <a:off x="892424" y="1999465"/>
            <a:ext cx="1937412" cy="1937412"/>
          </a:xfrm>
          <a:prstGeom prst="ellipse">
            <a:avLst/>
          </a:prstGeom>
          <a:effectLst>
            <a:outerShdw blurRad="190500" sx="102000" sy="102000" algn="ctr" rotWithShape="0">
              <a:prstClr val="black">
                <a:alpha val="20000"/>
              </a:prstClr>
            </a:outerShdw>
          </a:effectLst>
        </p:spPr>
      </p:pic>
      <p:sp>
        <p:nvSpPr>
          <p:cNvPr id="7" name="文本框 6"/>
          <p:cNvSpPr txBox="1"/>
          <p:nvPr/>
        </p:nvSpPr>
        <p:spPr>
          <a:xfrm>
            <a:off x="1211213" y="4351298"/>
            <a:ext cx="1299835" cy="369332"/>
          </a:xfrm>
          <a:prstGeom prst="rect">
            <a:avLst/>
          </a:prstGeom>
          <a:noFill/>
        </p:spPr>
        <p:txBody>
          <a:bodyPr wrap="square" lIns="0" tIns="0" rIns="0" bIns="0" rtlCol="0">
            <a:spAutoFit/>
          </a:bodyPr>
          <a:lstStyle/>
          <a:p>
            <a:r>
              <a:rPr lang="zh-CN" altLang="en-US" sz="2400">
                <a:solidFill>
                  <a:schemeClr val="accent1">
                    <a:lumMod val="100000"/>
                  </a:schemeClr>
                </a:solidFill>
                <a:latin typeface="思源宋体 CN Heavy" panose="02020900000000000000" pitchFamily="18" charset="-122"/>
                <a:ea typeface="思源宋体 CN Heavy" panose="02020900000000000000" pitchFamily="18" charset="-122"/>
                <a:cs typeface="+mn-ea"/>
                <a:sym typeface="+mn-lt"/>
              </a:rPr>
              <a:t>输入姓名</a:t>
            </a:r>
            <a:endParaRPr lang="zh-CN" altLang="en-US" sz="2400" dirty="0">
              <a:solidFill>
                <a:schemeClr val="accent1">
                  <a:lumMod val="100000"/>
                </a:schemeClr>
              </a:solidFill>
              <a:latin typeface="思源宋体 CN Heavy" panose="02020900000000000000" pitchFamily="18" charset="-122"/>
              <a:ea typeface="思源宋体 CN Heavy" panose="02020900000000000000" pitchFamily="18" charset="-122"/>
              <a:cs typeface="+mn-ea"/>
              <a:sym typeface="+mn-lt"/>
            </a:endParaRPr>
          </a:p>
        </p:txBody>
      </p:sp>
      <p:sp>
        <p:nvSpPr>
          <p:cNvPr id="8" name="文本框 7"/>
          <p:cNvSpPr txBox="1"/>
          <p:nvPr/>
        </p:nvSpPr>
        <p:spPr>
          <a:xfrm>
            <a:off x="892424" y="4851317"/>
            <a:ext cx="1937412" cy="645882"/>
          </a:xfrm>
          <a:prstGeom prst="rect">
            <a:avLst/>
          </a:prstGeom>
          <a:noFill/>
        </p:spPr>
        <p:txBody>
          <a:bodyPr wrap="square" lIns="0" tIns="0" rIns="0" bIns="0" rtlCol="0">
            <a:spAutoFit/>
          </a:bodyPr>
          <a:lstStyle/>
          <a:p>
            <a:pPr>
              <a:lnSpc>
                <a:spcPct val="120000"/>
              </a:lnSpc>
            </a:pPr>
            <a:r>
              <a:rPr lang="zh-CN" altLang="en-US">
                <a:solidFill>
                  <a:schemeClr val="tx1">
                    <a:lumMod val="75000"/>
                    <a:lumOff val="25000"/>
                  </a:schemeClr>
                </a:solidFill>
                <a:cs typeface="+mn-ea"/>
                <a:sym typeface="+mn-lt"/>
              </a:rPr>
              <a:t>请在此粘贴或者输入你的文字内容</a:t>
            </a:r>
            <a:endParaRPr lang="zh-CN" altLang="en-US" dirty="0">
              <a:solidFill>
                <a:schemeClr val="tx1">
                  <a:lumMod val="75000"/>
                  <a:lumOff val="25000"/>
                </a:schemeClr>
              </a:solidFill>
              <a:cs typeface="+mn-ea"/>
              <a:sym typeface="+mn-lt"/>
            </a:endParaRPr>
          </a:p>
        </p:txBody>
      </p:sp>
      <p:pic>
        <p:nvPicPr>
          <p:cNvPr id="10" name="图片 9"/>
          <p:cNvPicPr>
            <a:picLocks noChangeAspect="1"/>
          </p:cNvPicPr>
          <p:nvPr/>
        </p:nvPicPr>
        <p:blipFill>
          <a:blip r:embed="rId2" cstate="screen"/>
          <a:srcRect/>
          <a:stretch>
            <a:fillRect/>
          </a:stretch>
        </p:blipFill>
        <p:spPr>
          <a:xfrm>
            <a:off x="3698629" y="1986597"/>
            <a:ext cx="1927660" cy="1971069"/>
          </a:xfrm>
          <a:prstGeom prst="ellipse">
            <a:avLst/>
          </a:prstGeom>
          <a:effectLst>
            <a:outerShdw blurRad="190500" sx="102000" sy="102000" algn="ctr" rotWithShape="0">
              <a:prstClr val="black">
                <a:alpha val="20000"/>
              </a:prstClr>
            </a:outerShdw>
          </a:effectLst>
        </p:spPr>
      </p:pic>
      <p:sp>
        <p:nvSpPr>
          <p:cNvPr id="11" name="文本框 10"/>
          <p:cNvSpPr txBox="1"/>
          <p:nvPr/>
        </p:nvSpPr>
        <p:spPr>
          <a:xfrm>
            <a:off x="4017418" y="4351298"/>
            <a:ext cx="1299835" cy="369332"/>
          </a:xfrm>
          <a:prstGeom prst="rect">
            <a:avLst/>
          </a:prstGeom>
          <a:noFill/>
        </p:spPr>
        <p:txBody>
          <a:bodyPr wrap="square" lIns="0" tIns="0" rIns="0" bIns="0" rtlCol="0">
            <a:spAutoFit/>
          </a:bodyPr>
          <a:lstStyle/>
          <a:p>
            <a:r>
              <a:rPr lang="zh-CN" altLang="en-US" sz="2400">
                <a:solidFill>
                  <a:schemeClr val="accent1">
                    <a:lumMod val="100000"/>
                  </a:schemeClr>
                </a:solidFill>
                <a:latin typeface="思源宋体 CN Heavy" panose="02020900000000000000" pitchFamily="18" charset="-122"/>
                <a:ea typeface="思源宋体 CN Heavy" panose="02020900000000000000" pitchFamily="18" charset="-122"/>
                <a:cs typeface="+mn-ea"/>
                <a:sym typeface="+mn-lt"/>
              </a:rPr>
              <a:t>输入姓名</a:t>
            </a:r>
            <a:endParaRPr lang="zh-CN" altLang="en-US" sz="2400" dirty="0">
              <a:solidFill>
                <a:schemeClr val="accent1">
                  <a:lumMod val="100000"/>
                </a:schemeClr>
              </a:solidFill>
              <a:latin typeface="思源宋体 CN Heavy" panose="02020900000000000000" pitchFamily="18" charset="-122"/>
              <a:ea typeface="思源宋体 CN Heavy" panose="02020900000000000000" pitchFamily="18" charset="-122"/>
              <a:cs typeface="+mn-ea"/>
              <a:sym typeface="+mn-lt"/>
            </a:endParaRPr>
          </a:p>
        </p:txBody>
      </p:sp>
      <p:sp>
        <p:nvSpPr>
          <p:cNvPr id="12" name="文本框 11"/>
          <p:cNvSpPr txBox="1"/>
          <p:nvPr/>
        </p:nvSpPr>
        <p:spPr>
          <a:xfrm>
            <a:off x="3698629" y="4851317"/>
            <a:ext cx="1937412" cy="645882"/>
          </a:xfrm>
          <a:prstGeom prst="rect">
            <a:avLst/>
          </a:prstGeom>
          <a:noFill/>
        </p:spPr>
        <p:txBody>
          <a:bodyPr wrap="square" lIns="0" tIns="0" rIns="0" bIns="0" rtlCol="0">
            <a:spAutoFit/>
          </a:bodyPr>
          <a:lstStyle/>
          <a:p>
            <a:pPr>
              <a:lnSpc>
                <a:spcPct val="120000"/>
              </a:lnSpc>
            </a:pPr>
            <a:r>
              <a:rPr lang="zh-CN" altLang="en-US">
                <a:solidFill>
                  <a:schemeClr val="tx1">
                    <a:lumMod val="75000"/>
                    <a:lumOff val="25000"/>
                  </a:schemeClr>
                </a:solidFill>
                <a:cs typeface="+mn-ea"/>
                <a:sym typeface="+mn-lt"/>
              </a:rPr>
              <a:t>请在此粘贴或者输入你的文字内容</a:t>
            </a:r>
            <a:endParaRPr lang="zh-CN" altLang="en-US" dirty="0">
              <a:solidFill>
                <a:schemeClr val="tx1">
                  <a:lumMod val="75000"/>
                  <a:lumOff val="25000"/>
                </a:schemeClr>
              </a:solidFill>
              <a:cs typeface="+mn-ea"/>
              <a:sym typeface="+mn-lt"/>
            </a:endParaRPr>
          </a:p>
        </p:txBody>
      </p:sp>
      <p:pic>
        <p:nvPicPr>
          <p:cNvPr id="14" name="图片 13"/>
          <p:cNvPicPr>
            <a:picLocks noChangeAspect="1"/>
          </p:cNvPicPr>
          <p:nvPr/>
        </p:nvPicPr>
        <p:blipFill>
          <a:blip r:embed="rId3" cstate="screen"/>
          <a:srcRect/>
          <a:stretch>
            <a:fillRect/>
          </a:stretch>
        </p:blipFill>
        <p:spPr>
          <a:xfrm>
            <a:off x="6504834" y="1992886"/>
            <a:ext cx="1950570" cy="1950570"/>
          </a:xfrm>
          <a:prstGeom prst="ellipse">
            <a:avLst/>
          </a:prstGeom>
          <a:effectLst>
            <a:outerShdw blurRad="190500" sx="102000" sy="102000" algn="ctr" rotWithShape="0">
              <a:prstClr val="black">
                <a:alpha val="20000"/>
              </a:prstClr>
            </a:outerShdw>
          </a:effectLst>
        </p:spPr>
      </p:pic>
      <p:sp>
        <p:nvSpPr>
          <p:cNvPr id="15" name="文本框 14"/>
          <p:cNvSpPr txBox="1"/>
          <p:nvPr/>
        </p:nvSpPr>
        <p:spPr>
          <a:xfrm>
            <a:off x="6878016" y="4351298"/>
            <a:ext cx="1299835" cy="369332"/>
          </a:xfrm>
          <a:prstGeom prst="rect">
            <a:avLst/>
          </a:prstGeom>
          <a:noFill/>
        </p:spPr>
        <p:txBody>
          <a:bodyPr wrap="square" lIns="0" tIns="0" rIns="0" bIns="0" rtlCol="0">
            <a:spAutoFit/>
          </a:bodyPr>
          <a:lstStyle/>
          <a:p>
            <a:r>
              <a:rPr lang="zh-CN" altLang="en-US" sz="2400">
                <a:solidFill>
                  <a:schemeClr val="accent1">
                    <a:lumMod val="100000"/>
                  </a:schemeClr>
                </a:solidFill>
                <a:latin typeface="思源宋体 CN Heavy" panose="02020900000000000000" pitchFamily="18" charset="-122"/>
                <a:ea typeface="思源宋体 CN Heavy" panose="02020900000000000000" pitchFamily="18" charset="-122"/>
                <a:cs typeface="+mn-ea"/>
                <a:sym typeface="+mn-lt"/>
              </a:rPr>
              <a:t>输入姓名</a:t>
            </a:r>
            <a:endParaRPr lang="zh-CN" altLang="en-US" sz="2400" dirty="0">
              <a:solidFill>
                <a:schemeClr val="accent1">
                  <a:lumMod val="100000"/>
                </a:schemeClr>
              </a:solidFill>
              <a:latin typeface="思源宋体 CN Heavy" panose="02020900000000000000" pitchFamily="18" charset="-122"/>
              <a:ea typeface="思源宋体 CN Heavy" panose="02020900000000000000" pitchFamily="18" charset="-122"/>
              <a:cs typeface="+mn-ea"/>
              <a:sym typeface="+mn-lt"/>
            </a:endParaRPr>
          </a:p>
        </p:txBody>
      </p:sp>
      <p:sp>
        <p:nvSpPr>
          <p:cNvPr id="16" name="文本框 15"/>
          <p:cNvSpPr txBox="1"/>
          <p:nvPr/>
        </p:nvSpPr>
        <p:spPr>
          <a:xfrm>
            <a:off x="6559227" y="4851317"/>
            <a:ext cx="1937412" cy="645882"/>
          </a:xfrm>
          <a:prstGeom prst="rect">
            <a:avLst/>
          </a:prstGeom>
          <a:noFill/>
        </p:spPr>
        <p:txBody>
          <a:bodyPr wrap="square" lIns="0" tIns="0" rIns="0" bIns="0" rtlCol="0">
            <a:spAutoFit/>
          </a:bodyPr>
          <a:lstStyle/>
          <a:p>
            <a:pPr>
              <a:lnSpc>
                <a:spcPct val="120000"/>
              </a:lnSpc>
            </a:pPr>
            <a:r>
              <a:rPr lang="zh-CN" altLang="en-US">
                <a:solidFill>
                  <a:schemeClr val="tx1">
                    <a:lumMod val="75000"/>
                    <a:lumOff val="25000"/>
                  </a:schemeClr>
                </a:solidFill>
                <a:cs typeface="+mn-ea"/>
                <a:sym typeface="+mn-lt"/>
              </a:rPr>
              <a:t>请在此粘贴或者输入你的文字内容</a:t>
            </a:r>
            <a:endParaRPr lang="zh-CN" altLang="en-US" dirty="0">
              <a:solidFill>
                <a:schemeClr val="tx1">
                  <a:lumMod val="75000"/>
                  <a:lumOff val="25000"/>
                </a:schemeClr>
              </a:solidFill>
              <a:cs typeface="+mn-ea"/>
              <a:sym typeface="+mn-lt"/>
            </a:endParaRPr>
          </a:p>
        </p:txBody>
      </p:sp>
      <p:pic>
        <p:nvPicPr>
          <p:cNvPr id="18" name="图片 17"/>
          <p:cNvPicPr>
            <a:picLocks noChangeAspect="1"/>
          </p:cNvPicPr>
          <p:nvPr/>
        </p:nvPicPr>
        <p:blipFill>
          <a:blip r:embed="rId4" cstate="screen"/>
          <a:srcRect/>
          <a:stretch>
            <a:fillRect/>
          </a:stretch>
        </p:blipFill>
        <p:spPr>
          <a:xfrm>
            <a:off x="9365433" y="1999466"/>
            <a:ext cx="1947158" cy="1945587"/>
          </a:xfrm>
          <a:prstGeom prst="ellipse">
            <a:avLst/>
          </a:prstGeom>
          <a:effectLst>
            <a:outerShdw blurRad="190500" sx="102000" sy="102000" algn="ctr" rotWithShape="0">
              <a:prstClr val="black">
                <a:alpha val="20000"/>
              </a:prstClr>
            </a:outerShdw>
          </a:effectLst>
        </p:spPr>
      </p:pic>
      <p:sp>
        <p:nvSpPr>
          <p:cNvPr id="19" name="文本框 18"/>
          <p:cNvSpPr txBox="1"/>
          <p:nvPr/>
        </p:nvSpPr>
        <p:spPr>
          <a:xfrm>
            <a:off x="9770097" y="4351298"/>
            <a:ext cx="1299835" cy="369332"/>
          </a:xfrm>
          <a:prstGeom prst="rect">
            <a:avLst/>
          </a:prstGeom>
          <a:noFill/>
        </p:spPr>
        <p:txBody>
          <a:bodyPr wrap="square" lIns="0" tIns="0" rIns="0" bIns="0" rtlCol="0">
            <a:spAutoFit/>
          </a:bodyPr>
          <a:lstStyle/>
          <a:p>
            <a:r>
              <a:rPr lang="zh-CN" altLang="en-US" sz="2400">
                <a:solidFill>
                  <a:schemeClr val="accent1">
                    <a:lumMod val="100000"/>
                  </a:schemeClr>
                </a:solidFill>
                <a:latin typeface="思源宋体 CN Heavy" panose="02020900000000000000" pitchFamily="18" charset="-122"/>
                <a:ea typeface="思源宋体 CN Heavy" panose="02020900000000000000" pitchFamily="18" charset="-122"/>
                <a:cs typeface="+mn-ea"/>
                <a:sym typeface="+mn-lt"/>
              </a:rPr>
              <a:t>输入姓名</a:t>
            </a:r>
            <a:endParaRPr lang="zh-CN" altLang="en-US" sz="2400" dirty="0">
              <a:solidFill>
                <a:schemeClr val="accent1">
                  <a:lumMod val="100000"/>
                </a:schemeClr>
              </a:solidFill>
              <a:latin typeface="思源宋体 CN Heavy" panose="02020900000000000000" pitchFamily="18" charset="-122"/>
              <a:ea typeface="思源宋体 CN Heavy" panose="02020900000000000000" pitchFamily="18" charset="-122"/>
              <a:cs typeface="+mn-ea"/>
              <a:sym typeface="+mn-lt"/>
            </a:endParaRPr>
          </a:p>
        </p:txBody>
      </p:sp>
      <p:sp>
        <p:nvSpPr>
          <p:cNvPr id="20" name="文本框 19"/>
          <p:cNvSpPr txBox="1"/>
          <p:nvPr/>
        </p:nvSpPr>
        <p:spPr>
          <a:xfrm>
            <a:off x="9451308" y="4851317"/>
            <a:ext cx="1937412" cy="645882"/>
          </a:xfrm>
          <a:prstGeom prst="rect">
            <a:avLst/>
          </a:prstGeom>
          <a:noFill/>
        </p:spPr>
        <p:txBody>
          <a:bodyPr wrap="square" lIns="0" tIns="0" rIns="0" bIns="0" rtlCol="0">
            <a:spAutoFit/>
          </a:bodyPr>
          <a:lstStyle/>
          <a:p>
            <a:pPr>
              <a:lnSpc>
                <a:spcPct val="120000"/>
              </a:lnSpc>
            </a:pPr>
            <a:r>
              <a:rPr lang="zh-CN" altLang="en-US">
                <a:solidFill>
                  <a:schemeClr val="tx1">
                    <a:lumMod val="75000"/>
                    <a:lumOff val="25000"/>
                  </a:schemeClr>
                </a:solidFill>
                <a:cs typeface="+mn-ea"/>
                <a:sym typeface="+mn-lt"/>
              </a:rPr>
              <a:t>请在此粘贴或者输入你的文字内容</a:t>
            </a:r>
            <a:endParaRPr lang="zh-CN" altLang="en-US" dirty="0">
              <a:solidFill>
                <a:schemeClr val="tx1">
                  <a:lumMod val="75000"/>
                  <a:lumOff val="25000"/>
                </a:schemeClr>
              </a:solidFill>
              <a:cs typeface="+mn-ea"/>
              <a:sym typeface="+mn-lt"/>
            </a:endParaRPr>
          </a:p>
        </p:txBody>
      </p:sp>
      <p:sp>
        <p:nvSpPr>
          <p:cNvPr id="34" name="文本占位符 58"/>
          <p:cNvSpPr txBox="1"/>
          <p:nvPr/>
        </p:nvSpPr>
        <p:spPr>
          <a:xfrm>
            <a:off x="10158893" y="793526"/>
            <a:ext cx="1745724" cy="281257"/>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sz="1800">
                <a:solidFill>
                  <a:schemeClr val="accent1"/>
                </a:solidFill>
                <a:cs typeface="+mn-ea"/>
                <a:sym typeface="+mn-lt"/>
              </a:rPr>
              <a:t>LOGO HERE</a:t>
            </a:r>
            <a:endParaRPr lang="zh-CN" altLang="en-US" sz="1800" dirty="0">
              <a:solidFill>
                <a:schemeClr val="accent1"/>
              </a:solidFill>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a:picLocks noChangeAspect="1"/>
          </p:cNvPicPr>
          <p:nvPr/>
        </p:nvPicPr>
        <p:blipFill rotWithShape="1">
          <a:blip r:embed="rId1" cstate="screen"/>
          <a:srcRect b="-2"/>
          <a:stretch>
            <a:fillRect/>
          </a:stretch>
        </p:blipFill>
        <p:spPr>
          <a:xfrm>
            <a:off x="0" y="2990849"/>
            <a:ext cx="12192000" cy="3867151"/>
          </a:xfrm>
          <a:prstGeom prst="rect">
            <a:avLst/>
          </a:prstGeom>
        </p:spPr>
      </p:pic>
      <p:sp>
        <p:nvSpPr>
          <p:cNvPr id="13" name="矩形 12"/>
          <p:cNvSpPr/>
          <p:nvPr/>
        </p:nvSpPr>
        <p:spPr>
          <a:xfrm>
            <a:off x="0" y="2990849"/>
            <a:ext cx="12192000" cy="3867151"/>
          </a:xfrm>
          <a:prstGeom prst="rect">
            <a:avLst/>
          </a:prstGeom>
          <a:solidFill>
            <a:schemeClr val="accent1">
              <a:alpha val="92000"/>
            </a:schemeClr>
          </a:solidFill>
          <a:ln w="0">
            <a:noFill/>
          </a:ln>
          <a:effectLst>
            <a:outerShdw blurRad="254000" dist="63500" sx="102000" sy="102000" algn="ctr" rotWithShape="0">
              <a:srgbClr val="000000">
                <a:alpha val="12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3" name="椭圆 2"/>
          <p:cNvSpPr/>
          <p:nvPr/>
        </p:nvSpPr>
        <p:spPr>
          <a:xfrm>
            <a:off x="5096782" y="1991631"/>
            <a:ext cx="1998436" cy="1998436"/>
          </a:xfrm>
          <a:prstGeom prst="ellipse">
            <a:avLst/>
          </a:prstGeom>
          <a:solidFill>
            <a:schemeClr val="bg1"/>
          </a:solidFill>
          <a:ln w="19050">
            <a:solidFill>
              <a:schemeClr val="bg1"/>
            </a:solidFill>
          </a:ln>
          <a:effectLst>
            <a:outerShdw blurRad="342900" sx="101000" sy="101000" algn="ctr" rotWithShape="0">
              <a:prstClr val="black">
                <a:alpha val="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4" name="椭圆 3"/>
          <p:cNvSpPr/>
          <p:nvPr/>
        </p:nvSpPr>
        <p:spPr>
          <a:xfrm>
            <a:off x="4880655" y="1738766"/>
            <a:ext cx="2430689" cy="2430689"/>
          </a:xfrm>
          <a:prstGeom prst="ellipse">
            <a:avLst/>
          </a:prstGeom>
          <a:no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5" name="文本框 4"/>
          <p:cNvSpPr txBox="1"/>
          <p:nvPr/>
        </p:nvSpPr>
        <p:spPr>
          <a:xfrm>
            <a:off x="4815390" y="4600695"/>
            <a:ext cx="2599317" cy="369332"/>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200" normalizeH="0" baseline="0" noProof="0">
                <a:ln>
                  <a:noFill/>
                </a:ln>
                <a:solidFill>
                  <a:prstClr val="white"/>
                </a:solidFill>
                <a:effectLst/>
                <a:uLnTx/>
                <a:uFillTx/>
                <a:cs typeface="+mn-ea"/>
                <a:sym typeface="+mn-lt"/>
              </a:rPr>
              <a:t>第三部分</a:t>
            </a:r>
            <a:endParaRPr kumimoji="0" lang="zh-CN" altLang="en-US" sz="2400" b="0" i="0" u="none" strike="noStrike" kern="1200" cap="none" spc="200" normalizeH="0" baseline="0" noProof="0" dirty="0">
              <a:ln>
                <a:noFill/>
              </a:ln>
              <a:solidFill>
                <a:prstClr val="white"/>
              </a:solidFill>
              <a:effectLst/>
              <a:uLnTx/>
              <a:uFillTx/>
              <a:cs typeface="+mn-ea"/>
              <a:sym typeface="+mn-lt"/>
            </a:endParaRPr>
          </a:p>
        </p:txBody>
      </p:sp>
      <p:sp>
        <p:nvSpPr>
          <p:cNvPr id="6" name="文本框 5"/>
          <p:cNvSpPr txBox="1"/>
          <p:nvPr/>
        </p:nvSpPr>
        <p:spPr>
          <a:xfrm>
            <a:off x="3545464" y="5069926"/>
            <a:ext cx="5101069" cy="615553"/>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000" i="0" u="none" strike="noStrike" kern="1200" cap="none" spc="200" normalizeH="0" baseline="0" noProof="0" dirty="0">
                <a:ln>
                  <a:noFill/>
                </a:ln>
                <a:solidFill>
                  <a:prstClr val="white"/>
                </a:solidFill>
                <a:effectLst/>
                <a:uLnTx/>
                <a:uFillTx/>
                <a:latin typeface="思源宋体 CN Heavy" panose="02020900000000000000" pitchFamily="18" charset="-122"/>
                <a:ea typeface="思源宋体 CN Heavy" panose="02020900000000000000" pitchFamily="18" charset="-122"/>
                <a:cs typeface="+mn-ea"/>
                <a:sym typeface="+mn-lt"/>
              </a:rPr>
              <a:t>知识图谱网页的制作</a:t>
            </a:r>
            <a:endParaRPr kumimoji="0" lang="zh-CN" altLang="en-US" sz="4000" i="0" u="none" strike="noStrike" kern="1200" cap="none" spc="200" normalizeH="0" baseline="0" noProof="0" dirty="0">
              <a:ln>
                <a:noFill/>
              </a:ln>
              <a:solidFill>
                <a:prstClr val="white"/>
              </a:solidFill>
              <a:effectLst/>
              <a:uLnTx/>
              <a:uFillTx/>
              <a:latin typeface="思源宋体 CN Heavy" panose="02020900000000000000" pitchFamily="18" charset="-122"/>
              <a:ea typeface="思源宋体 CN Heavy" panose="02020900000000000000" pitchFamily="18" charset="-122"/>
              <a:cs typeface="+mn-ea"/>
              <a:sym typeface="+mn-lt"/>
            </a:endParaRPr>
          </a:p>
        </p:txBody>
      </p:sp>
      <p:cxnSp>
        <p:nvCxnSpPr>
          <p:cNvPr id="7" name="直接连接符 6"/>
          <p:cNvCxnSpPr/>
          <p:nvPr/>
        </p:nvCxnSpPr>
        <p:spPr>
          <a:xfrm>
            <a:off x="5944510" y="6519333"/>
            <a:ext cx="302981"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14" name="图形 13"/>
          <p:cNvPicPr>
            <a:picLocks noChangeAspect="1"/>
          </p:cNvPicPr>
          <p:nvPr/>
        </p:nvPicPr>
        <p:blipFill>
          <a:blip r:embed="rId2" cstate="screen">
            <a:extLst>
              <a:ext uri="{96DAC541-7B7A-43D3-8B79-37D633B846F1}">
                <asvg:svgBlip xmlns:asvg="http://schemas.microsoft.com/office/drawing/2016/SVG/main" r:embed="rId3"/>
              </a:ext>
            </a:extLst>
          </a:blip>
          <a:stretch>
            <a:fillRect/>
          </a:stretch>
        </p:blipFill>
        <p:spPr>
          <a:xfrm>
            <a:off x="5269005" y="2163855"/>
            <a:ext cx="1653988" cy="1653988"/>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660400" y="663575"/>
            <a:ext cx="5436235" cy="430530"/>
          </a:xfrm>
          <a:prstGeom prst="rect">
            <a:avLst/>
          </a:prstGeom>
          <a:noFill/>
        </p:spPr>
        <p:txBody>
          <a:bodyPr wrap="square" lIns="0" tIns="0" rIns="0" bIns="0" rtlCol="0">
            <a:spAutoFit/>
          </a:bodyPr>
          <a:lstStyle/>
          <a:p>
            <a:r>
              <a:rPr lang="zh-CN" altLang="en-US" sz="2800" b="1">
                <a:solidFill>
                  <a:schemeClr val="accent1"/>
                </a:solidFill>
                <a:latin typeface="思源宋体 CN Heavy" panose="02020900000000000000" pitchFamily="18" charset="-122"/>
                <a:ea typeface="思源宋体 CN Heavy" panose="02020900000000000000" pitchFamily="18" charset="-122"/>
                <a:cs typeface="+mn-ea"/>
                <a:sym typeface="+mn-lt"/>
              </a:rPr>
              <a:t>“鲁迅女性叙事空间”网页</a:t>
            </a:r>
            <a:endParaRPr lang="zh-CN" altLang="en-US" sz="2800" b="1">
              <a:solidFill>
                <a:schemeClr val="accent1"/>
              </a:solidFill>
              <a:latin typeface="思源宋体 CN Heavy" panose="02020900000000000000" pitchFamily="18" charset="-122"/>
              <a:ea typeface="思源宋体 CN Heavy" panose="02020900000000000000" pitchFamily="18" charset="-122"/>
              <a:cs typeface="+mn-ea"/>
              <a:sym typeface="+mn-lt"/>
            </a:endParaRPr>
          </a:p>
        </p:txBody>
      </p:sp>
      <p:sp>
        <p:nvSpPr>
          <p:cNvPr id="15" name="文本框 14"/>
          <p:cNvSpPr txBox="1"/>
          <p:nvPr/>
        </p:nvSpPr>
        <p:spPr>
          <a:xfrm>
            <a:off x="10141223" y="6235700"/>
            <a:ext cx="1459411" cy="184666"/>
          </a:xfrm>
          <a:prstGeom prst="rect">
            <a:avLst/>
          </a:prstGeom>
          <a:noFill/>
        </p:spPr>
        <p:txBody>
          <a:bodyPr wrap="square" lIns="0" tIns="0" rIns="0" bIns="0">
            <a:spAutoFit/>
          </a:bodyPr>
          <a:lstStyle/>
          <a:p>
            <a:r>
              <a:rPr lang="zh-CN" altLang="en-US" sz="1200">
                <a:solidFill>
                  <a:schemeClr val="bg1">
                    <a:lumMod val="50000"/>
                  </a:schemeClr>
                </a:solidFill>
                <a:cs typeface="+mn-ea"/>
                <a:sym typeface="+mn-lt"/>
              </a:rPr>
              <a:t>博学弘德，自强不息</a:t>
            </a:r>
            <a:endParaRPr lang="zh-CN" altLang="en-US" sz="1200">
              <a:solidFill>
                <a:schemeClr val="bg1">
                  <a:lumMod val="50000"/>
                </a:schemeClr>
              </a:solidFill>
              <a:cs typeface="+mn-ea"/>
              <a:sym typeface="+mn-lt"/>
            </a:endParaRPr>
          </a:p>
        </p:txBody>
      </p:sp>
      <p:sp>
        <p:nvSpPr>
          <p:cNvPr id="22" name="圆角矩形 33"/>
          <p:cNvSpPr/>
          <p:nvPr>
            <p:custDataLst>
              <p:tags r:id="rId1"/>
            </p:custDataLst>
          </p:nvPr>
        </p:nvSpPr>
        <p:spPr>
          <a:xfrm>
            <a:off x="834779" y="1487082"/>
            <a:ext cx="6795053" cy="4500838"/>
          </a:xfrm>
          <a:prstGeom prst="roundRect">
            <a:avLst>
              <a:gd name="adj" fmla="val 3723"/>
            </a:avLst>
          </a:prstGeom>
          <a:solidFill>
            <a:schemeClr val="bg1"/>
          </a:solidFill>
          <a:ln w="12700" cap="flat" cmpd="sng" algn="ctr">
            <a:noFill/>
            <a:prstDash val="solid"/>
            <a:miter lim="800000"/>
          </a:ln>
          <a:effectLst>
            <a:outerShdw blurRad="190500" dist="63500" dir="2700000" algn="tl" rotWithShape="0">
              <a:schemeClr val="accent1">
                <a:alpha val="20000"/>
              </a:schemeClr>
            </a:outerShdw>
          </a:effectLst>
        </p:spPr>
        <p:txBody>
          <a:bodyPr wrap="none"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605" b="0" i="0" u="none" strike="noStrike" kern="0" cap="none" spc="0" normalizeH="0" baseline="0" noProof="0" dirty="0">
              <a:ln>
                <a:noFill/>
              </a:ln>
              <a:solidFill>
                <a:srgbClr val="213B6A"/>
              </a:solidFill>
              <a:effectLst/>
              <a:uLnTx/>
              <a:uFillTx/>
              <a:cs typeface="+mn-ea"/>
              <a:sym typeface="+mn-lt"/>
            </a:endParaRPr>
          </a:p>
        </p:txBody>
      </p:sp>
      <p:sp>
        <p:nvSpPr>
          <p:cNvPr id="23" name="圆角矩形 40"/>
          <p:cNvSpPr/>
          <p:nvPr>
            <p:custDataLst>
              <p:tags r:id="rId2"/>
            </p:custDataLst>
          </p:nvPr>
        </p:nvSpPr>
        <p:spPr>
          <a:xfrm>
            <a:off x="7151298" y="1629371"/>
            <a:ext cx="4191601" cy="1964347"/>
          </a:xfrm>
          <a:prstGeom prst="roundRect">
            <a:avLst>
              <a:gd name="adj" fmla="val 3723"/>
            </a:avLst>
          </a:prstGeom>
          <a:solidFill>
            <a:schemeClr val="accent1">
              <a:lumMod val="100000"/>
            </a:schemeClr>
          </a:solidFill>
          <a:ln w="12700" cap="flat" cmpd="sng" algn="ctr">
            <a:noFill/>
            <a:prstDash val="solid"/>
            <a:miter lim="800000"/>
          </a:ln>
          <a:effectLst>
            <a:outerShdw blurRad="355600" dist="139700" dir="2700000" algn="tl" rotWithShape="0">
              <a:schemeClr val="accent1">
                <a:alpha val="17000"/>
              </a:scheme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cs typeface="+mn-ea"/>
              <a:sym typeface="+mn-lt"/>
            </a:endParaRPr>
          </a:p>
        </p:txBody>
      </p:sp>
      <p:sp>
        <p:nvSpPr>
          <p:cNvPr id="24" name="圆角矩形 43"/>
          <p:cNvSpPr/>
          <p:nvPr>
            <p:custDataLst>
              <p:tags r:id="rId3"/>
            </p:custDataLst>
          </p:nvPr>
        </p:nvSpPr>
        <p:spPr>
          <a:xfrm>
            <a:off x="7148244" y="3892318"/>
            <a:ext cx="4208978" cy="1953311"/>
          </a:xfrm>
          <a:prstGeom prst="roundRect">
            <a:avLst>
              <a:gd name="adj" fmla="val 3723"/>
            </a:avLst>
          </a:prstGeom>
          <a:solidFill>
            <a:schemeClr val="accent1">
              <a:lumMod val="100000"/>
            </a:schemeClr>
          </a:solidFill>
          <a:ln w="12700" cap="flat" cmpd="sng" algn="ctr">
            <a:noFill/>
            <a:prstDash val="solid"/>
            <a:miter lim="800000"/>
          </a:ln>
          <a:effectLst>
            <a:outerShdw blurRad="355600" dist="139700" dir="2700000" algn="tl" rotWithShape="0">
              <a:schemeClr val="accent1">
                <a:alpha val="17000"/>
              </a:scheme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cs typeface="+mn-ea"/>
              <a:sym typeface="+mn-lt"/>
            </a:endParaRPr>
          </a:p>
        </p:txBody>
      </p:sp>
      <p:sp>
        <p:nvSpPr>
          <p:cNvPr id="30" name="矩形 29"/>
          <p:cNvSpPr/>
          <p:nvPr>
            <p:custDataLst>
              <p:tags r:id="rId4"/>
            </p:custDataLst>
          </p:nvPr>
        </p:nvSpPr>
        <p:spPr>
          <a:xfrm>
            <a:off x="1416050" y="2017713"/>
            <a:ext cx="4843780" cy="958850"/>
          </a:xfrm>
          <a:prstGeom prst="rect">
            <a:avLst/>
          </a:prstGeom>
        </p:spPr>
        <p:txBody>
          <a:bodyPr wrap="square" lIns="0" tIns="0" rIns="0" bIns="0" anchor="ctr">
            <a:spAutoFit/>
          </a:bodyPr>
          <a:lstStyle/>
          <a:p>
            <a:pPr>
              <a:lnSpc>
                <a:spcPct val="130000"/>
              </a:lnSpc>
            </a:pPr>
            <a:r>
              <a:rPr lang="zh-CN" altLang="en-US" sz="2400" b="1" dirty="0">
                <a:solidFill>
                  <a:schemeClr val="accent1">
                    <a:lumMod val="100000"/>
                  </a:schemeClr>
                </a:solidFill>
                <a:latin typeface="思源宋体 CN Heavy" panose="02020900000000000000" pitchFamily="18" charset="-122"/>
                <a:ea typeface="思源宋体 CN Heavy" panose="02020900000000000000" pitchFamily="18" charset="-122"/>
                <a:cs typeface="+mn-ea"/>
                <a:sym typeface="+mn-lt"/>
              </a:rPr>
              <a:t>包含女性人物介绍、原文片段、空间类型与学界观点的丰富资料库</a:t>
            </a:r>
            <a:endParaRPr lang="zh-CN" altLang="en-US" sz="2400" b="1" dirty="0">
              <a:solidFill>
                <a:schemeClr val="accent1">
                  <a:lumMod val="100000"/>
                </a:schemeClr>
              </a:solidFill>
              <a:latin typeface="思源宋体 CN Heavy" panose="02020900000000000000" pitchFamily="18" charset="-122"/>
              <a:ea typeface="思源宋体 CN Heavy" panose="02020900000000000000" pitchFamily="18" charset="-122"/>
              <a:cs typeface="+mn-ea"/>
              <a:sym typeface="+mn-lt"/>
            </a:endParaRPr>
          </a:p>
        </p:txBody>
      </p:sp>
      <p:cxnSp>
        <p:nvCxnSpPr>
          <p:cNvPr id="31" name="直接连接符 30"/>
          <p:cNvCxnSpPr/>
          <p:nvPr>
            <p:custDataLst>
              <p:tags r:id="rId5"/>
            </p:custDataLst>
          </p:nvPr>
        </p:nvCxnSpPr>
        <p:spPr>
          <a:xfrm>
            <a:off x="1272332" y="3676008"/>
            <a:ext cx="5332007" cy="0"/>
          </a:xfrm>
          <a:prstGeom prst="line">
            <a:avLst/>
          </a:prstGeom>
          <a:noFill/>
          <a:ln w="6350" cap="flat" cmpd="sng" algn="ctr">
            <a:solidFill>
              <a:schemeClr val="accent1">
                <a:lumMod val="100000"/>
              </a:schemeClr>
            </a:solidFill>
            <a:prstDash val="solid"/>
            <a:miter lim="800000"/>
          </a:ln>
          <a:effectLst/>
        </p:spPr>
      </p:cxnSp>
      <p:sp>
        <p:nvSpPr>
          <p:cNvPr id="34" name="矩形 33"/>
          <p:cNvSpPr/>
          <p:nvPr>
            <p:custDataLst>
              <p:tags r:id="rId6"/>
            </p:custDataLst>
          </p:nvPr>
        </p:nvSpPr>
        <p:spPr>
          <a:xfrm>
            <a:off x="1416050" y="4311333"/>
            <a:ext cx="4945380" cy="958850"/>
          </a:xfrm>
          <a:prstGeom prst="rect">
            <a:avLst/>
          </a:prstGeom>
        </p:spPr>
        <p:txBody>
          <a:bodyPr wrap="square" lIns="0" tIns="0" rIns="0" bIns="0" anchor="ctr">
            <a:spAutoFit/>
          </a:bodyPr>
          <a:lstStyle/>
          <a:p>
            <a:pPr>
              <a:lnSpc>
                <a:spcPct val="130000"/>
              </a:lnSpc>
            </a:pPr>
            <a:r>
              <a:rPr lang="zh-CN" altLang="en-US" sz="2400" b="1" dirty="0">
                <a:solidFill>
                  <a:schemeClr val="accent1">
                    <a:lumMod val="100000"/>
                  </a:schemeClr>
                </a:solidFill>
                <a:latin typeface="思源宋体 CN Heavy" panose="02020900000000000000" pitchFamily="18" charset="-122"/>
                <a:ea typeface="思源宋体 CN Heavy" panose="02020900000000000000" pitchFamily="18" charset="-122"/>
                <a:cs typeface="+mn-ea"/>
                <a:sym typeface="+mn-lt"/>
              </a:rPr>
              <a:t>五层交互结构，实现了“物理空间”与“性别权力空间”的双重分类展示</a:t>
            </a:r>
            <a:endParaRPr lang="zh-CN" altLang="en-US" sz="2400" b="1" dirty="0">
              <a:solidFill>
                <a:schemeClr val="accent1">
                  <a:lumMod val="100000"/>
                </a:schemeClr>
              </a:solidFill>
              <a:latin typeface="思源宋体 CN Heavy" panose="02020900000000000000" pitchFamily="18" charset="-122"/>
              <a:ea typeface="思源宋体 CN Heavy" panose="02020900000000000000" pitchFamily="18" charset="-122"/>
              <a:cs typeface="+mn-ea"/>
              <a:sym typeface="+mn-lt"/>
            </a:endParaRPr>
          </a:p>
        </p:txBody>
      </p:sp>
      <p:sp>
        <p:nvSpPr>
          <p:cNvPr id="38" name="文本框 37"/>
          <p:cNvSpPr txBox="1"/>
          <p:nvPr>
            <p:custDataLst>
              <p:tags r:id="rId7"/>
            </p:custDataLst>
          </p:nvPr>
        </p:nvSpPr>
        <p:spPr>
          <a:xfrm>
            <a:off x="7409815" y="2018030"/>
            <a:ext cx="3644900" cy="996315"/>
          </a:xfrm>
          <a:prstGeom prst="rect">
            <a:avLst/>
          </a:prstGeom>
        </p:spPr>
        <p:txBody>
          <a:bodyPr wrap="square" lIns="0" tIns="0" rIns="0" bIns="0">
            <a:spAutoFit/>
          </a:bodyPr>
          <a:lstStyle>
            <a:defPPr>
              <a:defRPr lang="zh-CN"/>
            </a:defPPr>
            <a:lvl1pPr>
              <a:lnSpc>
                <a:spcPct val="130000"/>
              </a:lnSpc>
              <a:defRPr sz="1400">
                <a:solidFill>
                  <a:schemeClr val="tx1">
                    <a:lumMod val="65000"/>
                    <a:lumOff val="35000"/>
                  </a:schemeClr>
                </a:solidFill>
                <a:latin typeface="思源黑体 CN Normal" panose="020B0400000000000000" pitchFamily="34" charset="-122"/>
                <a:ea typeface="思源黑体 CN Normal" panose="020B0400000000000000" pitchFamily="34" charset="-122"/>
              </a:defRPr>
            </a:lvl1pPr>
            <a:lvl2pPr>
              <a:defRPr/>
            </a:lvl2pPr>
            <a:lvl3pPr>
              <a:defRPr/>
            </a:lvl3pPr>
            <a:lvl4pPr>
              <a:defRPr/>
            </a:lvl4pPr>
            <a:lvl5pPr>
              <a:defRPr/>
            </a:lvl5pPr>
            <a:lvl6pPr>
              <a:defRPr/>
            </a:lvl6pPr>
            <a:lvl7pPr>
              <a:defRPr/>
            </a:lvl7pPr>
            <a:lvl8pPr>
              <a:defRPr/>
            </a:lvl8pPr>
            <a:lvl9pPr>
              <a:defRPr/>
            </a:lvl9pPr>
          </a:lstStyle>
          <a:p>
            <a:pPr marR="0" lvl="0" defTabSz="914400" eaLnBrk="1" fontAlgn="auto" latinLnBrk="0" hangingPunct="1">
              <a:lnSpc>
                <a:spcPct val="120000"/>
              </a:lnSpc>
              <a:spcBef>
                <a:spcPts val="0"/>
              </a:spcBef>
              <a:spcAft>
                <a:spcPts val="0"/>
              </a:spcAft>
              <a:buClrTx/>
              <a:buSzTx/>
              <a:defRPr/>
            </a:pPr>
            <a:r>
              <a:rPr kumimoji="0" lang="zh-CN" altLang="en-US" sz="1800" b="0" i="0" u="none" strike="noStrike" kern="0" cap="none" spc="0" normalizeH="0" baseline="0" noProof="0" dirty="0">
                <a:ln>
                  <a:noFill/>
                </a:ln>
                <a:solidFill>
                  <a:schemeClr val="bg1"/>
                </a:solidFill>
                <a:effectLst/>
                <a:uLnTx/>
                <a:uFillTx/>
                <a:latin typeface="+mn-lt"/>
                <a:ea typeface="+mn-ea"/>
                <a:cs typeface="+mn-ea"/>
                <a:sym typeface="+mn-lt"/>
              </a:rPr>
              <a:t>用户可以随时点击查看人物分类依据，一键跳转原文细读与知网文献链接</a:t>
            </a:r>
            <a:endParaRPr kumimoji="0" lang="zh-CN" altLang="en-US" sz="1800" b="0" i="0" u="none" strike="noStrike" kern="0" cap="none" spc="0" normalizeH="0" baseline="0" noProof="0" dirty="0">
              <a:ln>
                <a:noFill/>
              </a:ln>
              <a:solidFill>
                <a:schemeClr val="bg1"/>
              </a:solidFill>
              <a:effectLst/>
              <a:uLnTx/>
              <a:uFillTx/>
              <a:latin typeface="+mn-lt"/>
              <a:ea typeface="+mn-ea"/>
              <a:cs typeface="+mn-ea"/>
              <a:sym typeface="+mn-lt"/>
            </a:endParaRPr>
          </a:p>
        </p:txBody>
      </p:sp>
      <p:sp>
        <p:nvSpPr>
          <p:cNvPr id="40" name="文本框 39"/>
          <p:cNvSpPr txBox="1"/>
          <p:nvPr>
            <p:custDataLst>
              <p:tags r:id="rId8"/>
            </p:custDataLst>
          </p:nvPr>
        </p:nvSpPr>
        <p:spPr>
          <a:xfrm>
            <a:off x="7409815" y="4615815"/>
            <a:ext cx="3644900" cy="664210"/>
          </a:xfrm>
          <a:prstGeom prst="rect">
            <a:avLst/>
          </a:prstGeom>
        </p:spPr>
        <p:txBody>
          <a:bodyPr wrap="square" lIns="0" tIns="0" rIns="0" bIns="0">
            <a:spAutoFit/>
          </a:bodyPr>
          <a:lstStyle>
            <a:defPPr>
              <a:defRPr lang="zh-CN"/>
            </a:defPPr>
            <a:lvl1pPr>
              <a:lnSpc>
                <a:spcPct val="130000"/>
              </a:lnSpc>
              <a:defRPr sz="1400">
                <a:solidFill>
                  <a:schemeClr val="tx1">
                    <a:lumMod val="65000"/>
                    <a:lumOff val="35000"/>
                  </a:schemeClr>
                </a:solidFill>
                <a:latin typeface="思源黑体 CN Normal" panose="020B0400000000000000" pitchFamily="34" charset="-122"/>
                <a:ea typeface="思源黑体 CN Normal" panose="020B0400000000000000" pitchFamily="34" charset="-122"/>
              </a:defRPr>
            </a:lvl1pPr>
            <a:lvl2pPr>
              <a:defRPr/>
            </a:lvl2pPr>
            <a:lvl3pPr>
              <a:defRPr/>
            </a:lvl3pPr>
            <a:lvl4pPr>
              <a:defRPr/>
            </a:lvl4pPr>
            <a:lvl5pPr>
              <a:defRPr/>
            </a:lvl5pPr>
            <a:lvl6pPr>
              <a:defRPr/>
            </a:lvl6pPr>
            <a:lvl7pPr>
              <a:defRPr/>
            </a:lvl7pPr>
            <a:lvl8pPr>
              <a:defRPr/>
            </a:lvl8pPr>
            <a:lvl9pPr>
              <a:defRPr/>
            </a:lvl9pPr>
          </a:lstStyle>
          <a:p>
            <a:pPr marR="0" lvl="0" defTabSz="914400" eaLnBrk="1" fontAlgn="auto" latinLnBrk="0" hangingPunct="1">
              <a:lnSpc>
                <a:spcPct val="120000"/>
              </a:lnSpc>
              <a:spcBef>
                <a:spcPts val="0"/>
              </a:spcBef>
              <a:spcAft>
                <a:spcPts val="0"/>
              </a:spcAft>
              <a:buClrTx/>
              <a:buSzTx/>
              <a:defRPr/>
            </a:pPr>
            <a:r>
              <a:rPr lang="zh-CN" altLang="en-US" sz="1800" kern="0" noProof="0" dirty="0">
                <a:ln>
                  <a:noFill/>
                </a:ln>
                <a:solidFill>
                  <a:schemeClr val="bg1"/>
                </a:solidFill>
                <a:effectLst/>
                <a:uLnTx/>
                <a:uFillTx/>
                <a:latin typeface="+mn-lt"/>
                <a:ea typeface="+mn-ea"/>
                <a:cs typeface="+mn-ea"/>
                <a:sym typeface="+mn-lt"/>
              </a:rPr>
              <a:t>还能够通过</a:t>
            </a:r>
            <a:r>
              <a:rPr lang="en-US" altLang="zh-CN" sz="1800" kern="0" noProof="0" dirty="0">
                <a:ln>
                  <a:noFill/>
                </a:ln>
                <a:solidFill>
                  <a:schemeClr val="bg1"/>
                </a:solidFill>
                <a:effectLst/>
                <a:uLnTx/>
                <a:uFillTx/>
                <a:latin typeface="+mn-lt"/>
                <a:ea typeface="+mn-ea"/>
                <a:cs typeface="+mn-ea"/>
                <a:sym typeface="+mn-lt"/>
              </a:rPr>
              <a:t>AI</a:t>
            </a:r>
            <a:r>
              <a:rPr lang="zh-CN" altLang="en-US" sz="1800" kern="0" noProof="0" dirty="0">
                <a:ln>
                  <a:noFill/>
                </a:ln>
                <a:solidFill>
                  <a:schemeClr val="bg1"/>
                </a:solidFill>
                <a:effectLst/>
                <a:uLnTx/>
                <a:uFillTx/>
                <a:latin typeface="+mn-lt"/>
                <a:ea typeface="+mn-ea"/>
                <a:cs typeface="+mn-ea"/>
                <a:sym typeface="+mn-lt"/>
              </a:rPr>
              <a:t>问答功能进行交互式检索</a:t>
            </a:r>
            <a:endParaRPr kumimoji="0" lang="zh-CN" altLang="en-US" sz="1800" b="0" i="0" u="none" strike="noStrike" kern="0" cap="none" spc="0" normalizeH="0" baseline="0" noProof="0" dirty="0">
              <a:ln>
                <a:noFill/>
              </a:ln>
              <a:solidFill>
                <a:schemeClr val="bg1"/>
              </a:solidFill>
              <a:effectLst/>
              <a:uLnTx/>
              <a:uFillTx/>
              <a:latin typeface="+mn-lt"/>
              <a:ea typeface="+mn-ea"/>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910061" y="373770"/>
            <a:ext cx="1922243" cy="276999"/>
          </a:xfrm>
          <a:prstGeom prst="rect">
            <a:avLst/>
          </a:prstGeom>
          <a:noFill/>
        </p:spPr>
        <p:txBody>
          <a:bodyPr wrap="square" rtlCol="0">
            <a:spAutoFit/>
          </a:bodyPr>
          <a:lstStyle/>
          <a:p>
            <a:r>
              <a:rPr lang="en-US" altLang="zh-CN" sz="1200" dirty="0">
                <a:solidFill>
                  <a:srgbClr val="FFFFFF"/>
                </a:solidFill>
              </a:rPr>
              <a:t>https://www.ypppt.com/</a:t>
            </a:r>
            <a:endParaRPr lang="zh-CN" altLang="en-US" sz="1200" dirty="0">
              <a:solidFill>
                <a:srgbClr val="FFFFFF"/>
              </a:solidFill>
            </a:endParaRPr>
          </a:p>
        </p:txBody>
      </p:sp>
      <p:sp>
        <p:nvSpPr>
          <p:cNvPr id="8" name="文本框 7"/>
          <p:cNvSpPr txBox="1"/>
          <p:nvPr/>
        </p:nvSpPr>
        <p:spPr>
          <a:xfrm>
            <a:off x="588645" y="297180"/>
            <a:ext cx="5436235" cy="430530"/>
          </a:xfrm>
          <a:prstGeom prst="rect">
            <a:avLst/>
          </a:prstGeom>
          <a:noFill/>
        </p:spPr>
        <p:txBody>
          <a:bodyPr wrap="square" lIns="0" tIns="0" rIns="0" bIns="0" rtlCol="0">
            <a:spAutoFit/>
          </a:bodyPr>
          <a:lstStyle/>
          <a:p>
            <a:r>
              <a:rPr lang="zh-CN" altLang="en-US" sz="2800" b="1">
                <a:solidFill>
                  <a:schemeClr val="accent1"/>
                </a:solidFill>
                <a:latin typeface="思源宋体 CN Heavy" panose="02020900000000000000" pitchFamily="18" charset="-122"/>
                <a:ea typeface="思源宋体 CN Heavy" panose="02020900000000000000" pitchFamily="18" charset="-122"/>
                <a:cs typeface="+mn-ea"/>
                <a:sym typeface="+mn-lt"/>
              </a:rPr>
              <a:t>“鲁迅女性叙事空间”网页</a:t>
            </a:r>
            <a:endParaRPr lang="zh-CN" altLang="en-US" sz="2800" b="1">
              <a:solidFill>
                <a:schemeClr val="accent1"/>
              </a:solidFill>
              <a:latin typeface="思源宋体 CN Heavy" panose="02020900000000000000" pitchFamily="18" charset="-122"/>
              <a:ea typeface="思源宋体 CN Heavy" panose="02020900000000000000" pitchFamily="18" charset="-122"/>
              <a:cs typeface="+mn-ea"/>
              <a:sym typeface="+mn-lt"/>
            </a:endParaRPr>
          </a:p>
        </p:txBody>
      </p:sp>
      <p:pic>
        <p:nvPicPr>
          <p:cNvPr id="6" name="fd74e8e8212a45ea2117bdfd930547f0">
            <a:hlinkClick r:id="" action="ppaction://media"/>
          </p:cNvPr>
          <p:cNvPicPr/>
          <p:nvPr>
            <a:videoFile r:link="rId1"/>
            <p:extLst>
              <p:ext uri="{DAA4B4D4-6D71-4841-9C94-3DE7FCFB9230}">
                <p14:media xmlns:p14="http://schemas.microsoft.com/office/powerpoint/2010/main" r:embed="rId2"/>
              </p:ext>
            </p:extLst>
            <p:custDataLst>
              <p:tags r:id="rId3"/>
            </p:custDataLst>
          </p:nvPr>
        </p:nvPicPr>
        <p:blipFill>
          <a:blip r:embed="rId4"/>
          <a:stretch>
            <a:fillRect/>
          </a:stretch>
        </p:blipFill>
        <p:spPr>
          <a:xfrm>
            <a:off x="1219200" y="807720"/>
            <a:ext cx="9753600" cy="524256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video fullScrn="0">
              <p:cMediaNode>
                <p:cTn id="2" fill="hold" display="1">
                  <p:stCondLst>
                    <p:cond delay="indefinite"/>
                  </p:stCondLst>
                </p:cTn>
                <p:tgtEl>
                  <p:spTgt spid="6"/>
                </p:tgtEl>
              </p:cMediaNode>
            </p:video>
            <p:seq concurrent="1" nextAc="seek">
              <p:cTn id="3" restart="whenNotActive" fill="hold" evtFilter="cancelBubble" nodeType="interactiveSeq">
                <p:stCondLst>
                  <p:cond evt="onClick" delay="0">
                    <p:tgtEl>
                      <p:spTgt spid="6"/>
                    </p:tgtEl>
                  </p:cond>
                </p:stCondLst>
                <p:endSync evt="end" delay="0">
                  <p:rtn val="all"/>
                </p:endSync>
                <p:childTnLst>
                  <p:par>
                    <p:cTn id="4" fill="hold">
                      <p:stCondLst>
                        <p:cond delay="0"/>
                      </p:stCondLst>
                      <p:childTnLst>
                        <p:par>
                          <p:cTn id="5" fill="hold">
                            <p:stCondLst>
                              <p:cond delay="0"/>
                            </p:stCondLst>
                            <p:childTnLst>
                              <p:par>
                                <p:cTn id="6" presetID="2" presetClass="mediacall" presetSubtype="0" fill="hold" nodeType="clickEffect">
                                  <p:stCondLst>
                                    <p:cond delay="0"/>
                                  </p:stCondLst>
                                  <p:childTnLst>
                                    <p:cmd type="call" cmd="togglePause">
                                      <p:cBhvr additive="base">
                                        <p:cTn id="7"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a:picLocks noChangeAspect="1"/>
          </p:cNvPicPr>
          <p:nvPr/>
        </p:nvPicPr>
        <p:blipFill rotWithShape="1">
          <a:blip r:embed="rId1" cstate="screen"/>
          <a:srcRect b="-2"/>
          <a:stretch>
            <a:fillRect/>
          </a:stretch>
        </p:blipFill>
        <p:spPr>
          <a:xfrm>
            <a:off x="0" y="2990849"/>
            <a:ext cx="12192000" cy="3867151"/>
          </a:xfrm>
          <a:prstGeom prst="rect">
            <a:avLst/>
          </a:prstGeom>
        </p:spPr>
      </p:pic>
      <p:sp>
        <p:nvSpPr>
          <p:cNvPr id="13" name="矩形 12"/>
          <p:cNvSpPr/>
          <p:nvPr/>
        </p:nvSpPr>
        <p:spPr>
          <a:xfrm>
            <a:off x="0" y="2990849"/>
            <a:ext cx="12192000" cy="3867151"/>
          </a:xfrm>
          <a:prstGeom prst="rect">
            <a:avLst/>
          </a:prstGeom>
          <a:solidFill>
            <a:schemeClr val="accent1">
              <a:alpha val="92000"/>
            </a:schemeClr>
          </a:solidFill>
          <a:ln w="0">
            <a:noFill/>
          </a:ln>
          <a:effectLst>
            <a:outerShdw blurRad="254000" dist="63500" sx="102000" sy="102000" algn="ctr" rotWithShape="0">
              <a:srgbClr val="000000">
                <a:alpha val="12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3" name="椭圆 2"/>
          <p:cNvSpPr/>
          <p:nvPr/>
        </p:nvSpPr>
        <p:spPr>
          <a:xfrm>
            <a:off x="5096782" y="1991631"/>
            <a:ext cx="1998436" cy="1998436"/>
          </a:xfrm>
          <a:prstGeom prst="ellipse">
            <a:avLst/>
          </a:prstGeom>
          <a:solidFill>
            <a:schemeClr val="bg1"/>
          </a:solidFill>
          <a:ln w="19050">
            <a:solidFill>
              <a:schemeClr val="bg1"/>
            </a:solidFill>
          </a:ln>
          <a:effectLst>
            <a:outerShdw blurRad="342900" sx="101000" sy="101000" algn="ctr" rotWithShape="0">
              <a:prstClr val="black">
                <a:alpha val="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4" name="椭圆 3"/>
          <p:cNvSpPr/>
          <p:nvPr/>
        </p:nvSpPr>
        <p:spPr>
          <a:xfrm>
            <a:off x="4880655" y="1738766"/>
            <a:ext cx="2430689" cy="2430689"/>
          </a:xfrm>
          <a:prstGeom prst="ellipse">
            <a:avLst/>
          </a:prstGeom>
          <a:no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5" name="文本框 4"/>
          <p:cNvSpPr txBox="1"/>
          <p:nvPr/>
        </p:nvSpPr>
        <p:spPr>
          <a:xfrm>
            <a:off x="4815390" y="4600695"/>
            <a:ext cx="2599317" cy="369332"/>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200" normalizeH="0" baseline="0" noProof="0" dirty="0">
                <a:ln>
                  <a:noFill/>
                </a:ln>
                <a:solidFill>
                  <a:prstClr val="white"/>
                </a:solidFill>
                <a:effectLst/>
                <a:uLnTx/>
                <a:uFillTx/>
                <a:cs typeface="+mn-ea"/>
                <a:sym typeface="+mn-lt"/>
              </a:rPr>
              <a:t>第四部分</a:t>
            </a:r>
            <a:endParaRPr kumimoji="0" lang="zh-CN" altLang="en-US" sz="2400" b="0" i="0" u="none" strike="noStrike" kern="1200" cap="none" spc="200" normalizeH="0" baseline="0" noProof="0" dirty="0">
              <a:ln>
                <a:noFill/>
              </a:ln>
              <a:solidFill>
                <a:prstClr val="white"/>
              </a:solidFill>
              <a:effectLst/>
              <a:uLnTx/>
              <a:uFillTx/>
              <a:cs typeface="+mn-ea"/>
              <a:sym typeface="+mn-lt"/>
            </a:endParaRPr>
          </a:p>
        </p:txBody>
      </p:sp>
      <p:sp>
        <p:nvSpPr>
          <p:cNvPr id="6" name="文本框 5"/>
          <p:cNvSpPr txBox="1"/>
          <p:nvPr/>
        </p:nvSpPr>
        <p:spPr>
          <a:xfrm>
            <a:off x="3790268" y="5058483"/>
            <a:ext cx="4649561" cy="615553"/>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000" i="0" u="none" strike="noStrike" kern="1200" cap="none" spc="200" normalizeH="0" baseline="0" noProof="0" dirty="0">
                <a:ln>
                  <a:noFill/>
                </a:ln>
                <a:solidFill>
                  <a:prstClr val="white"/>
                </a:solidFill>
                <a:effectLst/>
                <a:uLnTx/>
                <a:uFillTx/>
                <a:latin typeface="思源宋体 CN Heavy" panose="02020900000000000000" pitchFamily="18" charset="-122"/>
                <a:ea typeface="思源宋体 CN Heavy" panose="02020900000000000000" pitchFamily="18" charset="-122"/>
                <a:cs typeface="+mn-ea"/>
                <a:sym typeface="+mn-lt"/>
              </a:rPr>
              <a:t>教学转化及评估</a:t>
            </a:r>
            <a:endParaRPr kumimoji="0" lang="zh-CN" altLang="en-US" sz="4000" i="0" u="none" strike="noStrike" kern="1200" cap="none" spc="200" normalizeH="0" baseline="0" noProof="0" dirty="0">
              <a:ln>
                <a:noFill/>
              </a:ln>
              <a:solidFill>
                <a:prstClr val="white"/>
              </a:solidFill>
              <a:effectLst/>
              <a:uLnTx/>
              <a:uFillTx/>
              <a:latin typeface="思源宋体 CN Heavy" panose="02020900000000000000" pitchFamily="18" charset="-122"/>
              <a:ea typeface="思源宋体 CN Heavy" panose="02020900000000000000" pitchFamily="18" charset="-122"/>
              <a:cs typeface="+mn-ea"/>
              <a:sym typeface="+mn-lt"/>
            </a:endParaRPr>
          </a:p>
        </p:txBody>
      </p:sp>
      <p:cxnSp>
        <p:nvCxnSpPr>
          <p:cNvPr id="7" name="直接连接符 6"/>
          <p:cNvCxnSpPr/>
          <p:nvPr/>
        </p:nvCxnSpPr>
        <p:spPr>
          <a:xfrm>
            <a:off x="5944510" y="6519333"/>
            <a:ext cx="302981"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14" name="图形 13"/>
          <p:cNvPicPr>
            <a:picLocks noChangeAspect="1"/>
          </p:cNvPicPr>
          <p:nvPr/>
        </p:nvPicPr>
        <p:blipFill>
          <a:blip r:embed="rId2" cstate="screen">
            <a:extLst>
              <a:ext uri="{96DAC541-7B7A-43D3-8B79-37D633B846F1}">
                <asvg:svgBlip xmlns:asvg="http://schemas.microsoft.com/office/drawing/2016/SVG/main" r:embed="rId3"/>
              </a:ext>
            </a:extLst>
          </a:blip>
          <a:stretch>
            <a:fillRect/>
          </a:stretch>
        </p:blipFill>
        <p:spPr>
          <a:xfrm>
            <a:off x="5269005" y="2163855"/>
            <a:ext cx="1653988" cy="1653988"/>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45135" y="121429"/>
            <a:ext cx="2823029" cy="430530"/>
          </a:xfrm>
          <a:prstGeom prst="rect">
            <a:avLst/>
          </a:prstGeom>
          <a:noFill/>
        </p:spPr>
        <p:txBody>
          <a:bodyPr wrap="square" lIns="0" tIns="0" rIns="0" bIns="0" rtlCol="0">
            <a:spAutoFit/>
          </a:bodyPr>
          <a:lstStyle/>
          <a:p>
            <a:r>
              <a:rPr lang="zh-CN" altLang="en-US" sz="2800">
                <a:solidFill>
                  <a:schemeClr val="accent1"/>
                </a:solidFill>
                <a:latin typeface="思源宋体 CN Heavy" panose="02020900000000000000" pitchFamily="18" charset="-122"/>
                <a:ea typeface="思源宋体 CN Heavy" panose="02020900000000000000" pitchFamily="18" charset="-122"/>
                <a:cs typeface="+mn-ea"/>
                <a:sym typeface="+mn-lt"/>
              </a:rPr>
              <a:t>专题微课开发</a:t>
            </a:r>
            <a:endParaRPr lang="zh-CN" altLang="en-US" sz="2800">
              <a:solidFill>
                <a:schemeClr val="accent1"/>
              </a:solidFill>
              <a:latin typeface="思源宋体 CN Heavy" panose="02020900000000000000" pitchFamily="18" charset="-122"/>
              <a:ea typeface="思源宋体 CN Heavy" panose="02020900000000000000" pitchFamily="18" charset="-122"/>
              <a:cs typeface="+mn-ea"/>
              <a:sym typeface="+mn-lt"/>
            </a:endParaRPr>
          </a:p>
        </p:txBody>
      </p:sp>
      <p:sp>
        <p:nvSpPr>
          <p:cNvPr id="15" name="文本框 14"/>
          <p:cNvSpPr txBox="1"/>
          <p:nvPr/>
        </p:nvSpPr>
        <p:spPr>
          <a:xfrm>
            <a:off x="10141223" y="6235700"/>
            <a:ext cx="1459411" cy="184666"/>
          </a:xfrm>
          <a:prstGeom prst="rect">
            <a:avLst/>
          </a:prstGeom>
          <a:noFill/>
        </p:spPr>
        <p:txBody>
          <a:bodyPr wrap="square" lIns="0" tIns="0" rIns="0" bIns="0">
            <a:spAutoFit/>
          </a:bodyPr>
          <a:lstStyle/>
          <a:p>
            <a:r>
              <a:rPr lang="zh-CN" altLang="en-US" sz="1200">
                <a:solidFill>
                  <a:schemeClr val="bg1">
                    <a:lumMod val="50000"/>
                  </a:schemeClr>
                </a:solidFill>
                <a:cs typeface="+mn-ea"/>
                <a:sym typeface="+mn-lt"/>
              </a:rPr>
              <a:t>博学弘德，自强不息</a:t>
            </a:r>
            <a:endParaRPr lang="zh-CN" altLang="en-US" sz="1200">
              <a:solidFill>
                <a:schemeClr val="bg1">
                  <a:lumMod val="50000"/>
                </a:schemeClr>
              </a:solidFill>
              <a:cs typeface="+mn-ea"/>
              <a:sym typeface="+mn-lt"/>
            </a:endParaRPr>
          </a:p>
        </p:txBody>
      </p:sp>
      <p:sp>
        <p:nvSpPr>
          <p:cNvPr id="29" name="矩形 28"/>
          <p:cNvSpPr/>
          <p:nvPr>
            <p:custDataLst>
              <p:tags r:id="rId1"/>
            </p:custDataLst>
          </p:nvPr>
        </p:nvSpPr>
        <p:spPr>
          <a:xfrm>
            <a:off x="445135" y="1423035"/>
            <a:ext cx="4380865" cy="1328420"/>
          </a:xfrm>
          <a:prstGeom prst="rect">
            <a:avLst/>
          </a:prstGeom>
          <a:noFill/>
        </p:spPr>
        <p:txBody>
          <a:bodyPr wrap="square" lIns="0" tIns="0" rIns="0" bIns="0" anchor="t" anchorCtr="0">
            <a:spAutoFit/>
          </a:bodyPr>
          <a:lstStyle/>
          <a:p>
            <a:pPr algn="just">
              <a:lnSpc>
                <a:spcPct val="120000"/>
              </a:lnSpc>
            </a:pPr>
            <a:r>
              <a:rPr lang="zh-CN" altLang="en-US">
                <a:solidFill>
                  <a:schemeClr val="tx1">
                    <a:lumMod val="75000"/>
                    <a:lumOff val="25000"/>
                  </a:schemeClr>
                </a:solidFill>
                <a:cs typeface="+mn-ea"/>
                <a:sym typeface="+mn-lt"/>
              </a:rPr>
              <a:t>选择祥林嫂与子君为研究对象，独立开发了两节专题微课</a:t>
            </a:r>
            <a:endParaRPr lang="zh-CN" altLang="en-US">
              <a:solidFill>
                <a:schemeClr val="tx1">
                  <a:lumMod val="75000"/>
                  <a:lumOff val="25000"/>
                </a:schemeClr>
              </a:solidFill>
              <a:cs typeface="+mn-ea"/>
              <a:sym typeface="+mn-lt"/>
            </a:endParaRPr>
          </a:p>
          <a:p>
            <a:pPr algn="just">
              <a:lnSpc>
                <a:spcPct val="120000"/>
              </a:lnSpc>
            </a:pPr>
            <a:r>
              <a:rPr lang="zh-CN" altLang="en-US">
                <a:solidFill>
                  <a:schemeClr val="tx1">
                    <a:lumMod val="75000"/>
                    <a:lumOff val="25000"/>
                  </a:schemeClr>
                </a:solidFill>
                <a:cs typeface="+mn-ea"/>
                <a:sym typeface="+mn-lt"/>
              </a:rPr>
              <a:t>邀请了一些文学院同学线下试听，把抽象的空间理论转化为更直观的课堂案例</a:t>
            </a:r>
            <a:endParaRPr lang="zh-CN" altLang="en-US">
              <a:solidFill>
                <a:schemeClr val="tx1">
                  <a:lumMod val="75000"/>
                  <a:lumOff val="25000"/>
                </a:schemeClr>
              </a:solidFill>
              <a:cs typeface="+mn-ea"/>
              <a:sym typeface="+mn-lt"/>
            </a:endParaRPr>
          </a:p>
        </p:txBody>
      </p:sp>
      <p:sp>
        <p:nvSpPr>
          <p:cNvPr id="30" name="矩形 29"/>
          <p:cNvSpPr/>
          <p:nvPr>
            <p:custDataLst>
              <p:tags r:id="rId2"/>
            </p:custDataLst>
          </p:nvPr>
        </p:nvSpPr>
        <p:spPr>
          <a:xfrm>
            <a:off x="523036" y="808836"/>
            <a:ext cx="2744974" cy="479425"/>
          </a:xfrm>
          <a:prstGeom prst="rect">
            <a:avLst/>
          </a:prstGeom>
        </p:spPr>
        <p:txBody>
          <a:bodyPr wrap="square" lIns="0" tIns="0" rIns="0" bIns="0" anchor="ctr">
            <a:spAutoFit/>
          </a:bodyPr>
          <a:lstStyle/>
          <a:p>
            <a:pPr>
              <a:lnSpc>
                <a:spcPct val="130000"/>
              </a:lnSpc>
            </a:pPr>
            <a:r>
              <a:rPr lang="zh-CN" altLang="en-US" sz="2400" b="1" dirty="0">
                <a:solidFill>
                  <a:schemeClr val="accent1">
                    <a:lumMod val="100000"/>
                  </a:schemeClr>
                </a:solidFill>
                <a:latin typeface="思源宋体 CN Heavy" panose="02020900000000000000" pitchFamily="18" charset="-122"/>
                <a:ea typeface="思源宋体 CN Heavy" panose="02020900000000000000" pitchFamily="18" charset="-122"/>
                <a:cs typeface="+mn-ea"/>
                <a:sym typeface="+mn-lt"/>
              </a:rPr>
              <a:t>线下试讲</a:t>
            </a:r>
            <a:endParaRPr lang="zh-CN" altLang="en-US" sz="2400" b="1" dirty="0">
              <a:solidFill>
                <a:schemeClr val="accent1">
                  <a:lumMod val="100000"/>
                </a:schemeClr>
              </a:solidFill>
              <a:latin typeface="思源宋体 CN Heavy" panose="02020900000000000000" pitchFamily="18" charset="-122"/>
              <a:ea typeface="思源宋体 CN Heavy" panose="02020900000000000000" pitchFamily="18" charset="-122"/>
              <a:cs typeface="+mn-ea"/>
              <a:sym typeface="+mn-lt"/>
            </a:endParaRPr>
          </a:p>
        </p:txBody>
      </p:sp>
      <p:sp>
        <p:nvSpPr>
          <p:cNvPr id="33" name="矩形 32"/>
          <p:cNvSpPr/>
          <p:nvPr>
            <p:custDataLst>
              <p:tags r:id="rId3"/>
            </p:custDataLst>
          </p:nvPr>
        </p:nvSpPr>
        <p:spPr>
          <a:xfrm>
            <a:off x="6268512" y="1489249"/>
            <a:ext cx="5332007" cy="332105"/>
          </a:xfrm>
          <a:prstGeom prst="rect">
            <a:avLst/>
          </a:prstGeom>
          <a:noFill/>
        </p:spPr>
        <p:txBody>
          <a:bodyPr wrap="square" lIns="0" tIns="0" rIns="0" bIns="0" anchor="t" anchorCtr="0">
            <a:spAutoFit/>
          </a:bodyPr>
          <a:lstStyle/>
          <a:p>
            <a:pPr algn="just">
              <a:lnSpc>
                <a:spcPct val="120000"/>
              </a:lnSpc>
            </a:pPr>
            <a:r>
              <a:rPr lang="zh-CN" altLang="en-US">
                <a:solidFill>
                  <a:schemeClr val="tx1">
                    <a:lumMod val="75000"/>
                    <a:lumOff val="25000"/>
                  </a:schemeClr>
                </a:solidFill>
                <a:cs typeface="+mn-ea"/>
                <a:sym typeface="+mn-lt"/>
              </a:rPr>
              <a:t>将两堂微课上传到了小红书、</a:t>
            </a:r>
            <a:r>
              <a:rPr lang="en-US" altLang="zh-CN">
                <a:solidFill>
                  <a:schemeClr val="tx1">
                    <a:lumMod val="75000"/>
                    <a:lumOff val="25000"/>
                  </a:schemeClr>
                </a:solidFill>
                <a:cs typeface="+mn-ea"/>
                <a:sym typeface="+mn-lt"/>
              </a:rPr>
              <a:t>b</a:t>
            </a:r>
            <a:r>
              <a:rPr lang="zh-CN" altLang="en-US">
                <a:solidFill>
                  <a:schemeClr val="tx1">
                    <a:lumMod val="75000"/>
                    <a:lumOff val="25000"/>
                  </a:schemeClr>
                </a:solidFill>
                <a:cs typeface="+mn-ea"/>
                <a:sym typeface="+mn-lt"/>
              </a:rPr>
              <a:t>站等公共平台</a:t>
            </a:r>
            <a:endParaRPr lang="zh-CN" altLang="en-US">
              <a:solidFill>
                <a:schemeClr val="tx1">
                  <a:lumMod val="75000"/>
                  <a:lumOff val="25000"/>
                </a:schemeClr>
              </a:solidFill>
              <a:cs typeface="+mn-ea"/>
              <a:sym typeface="+mn-lt"/>
            </a:endParaRPr>
          </a:p>
        </p:txBody>
      </p:sp>
      <p:sp>
        <p:nvSpPr>
          <p:cNvPr id="34" name="矩形 33"/>
          <p:cNvSpPr/>
          <p:nvPr>
            <p:custDataLst>
              <p:tags r:id="rId4"/>
            </p:custDataLst>
          </p:nvPr>
        </p:nvSpPr>
        <p:spPr>
          <a:xfrm>
            <a:off x="6155486" y="808696"/>
            <a:ext cx="2744974" cy="479425"/>
          </a:xfrm>
          <a:prstGeom prst="rect">
            <a:avLst/>
          </a:prstGeom>
        </p:spPr>
        <p:txBody>
          <a:bodyPr wrap="square" lIns="0" tIns="0" rIns="0" bIns="0" anchor="ctr">
            <a:spAutoFit/>
          </a:bodyPr>
          <a:lstStyle/>
          <a:p>
            <a:pPr>
              <a:lnSpc>
                <a:spcPct val="130000"/>
              </a:lnSpc>
            </a:pPr>
            <a:r>
              <a:rPr lang="zh-CN" altLang="en-US" sz="2400" b="1" dirty="0">
                <a:solidFill>
                  <a:schemeClr val="accent1">
                    <a:lumMod val="100000"/>
                  </a:schemeClr>
                </a:solidFill>
                <a:latin typeface="思源宋体 CN Heavy" panose="02020900000000000000" pitchFamily="18" charset="-122"/>
                <a:ea typeface="思源宋体 CN Heavy" panose="02020900000000000000" pitchFamily="18" charset="-122"/>
                <a:cs typeface="+mn-ea"/>
                <a:sym typeface="+mn-lt"/>
              </a:rPr>
              <a:t>线上上传</a:t>
            </a:r>
            <a:endParaRPr lang="zh-CN" altLang="en-US" sz="2400" b="1" dirty="0">
              <a:solidFill>
                <a:schemeClr val="accent1">
                  <a:lumMod val="100000"/>
                </a:schemeClr>
              </a:solidFill>
              <a:latin typeface="思源宋体 CN Heavy" panose="02020900000000000000" pitchFamily="18" charset="-122"/>
              <a:ea typeface="思源宋体 CN Heavy" panose="02020900000000000000" pitchFamily="18" charset="-122"/>
              <a:cs typeface="+mn-ea"/>
              <a:sym typeface="+mn-lt"/>
            </a:endParaRPr>
          </a:p>
        </p:txBody>
      </p:sp>
      <p:pic>
        <p:nvPicPr>
          <p:cNvPr id="6" name="图片 5" descr="微信图片_20260525124931_217_81"/>
          <p:cNvPicPr>
            <a:picLocks noChangeAspect="1"/>
          </p:cNvPicPr>
          <p:nvPr/>
        </p:nvPicPr>
        <p:blipFill>
          <a:blip r:embed="rId5"/>
          <a:srcRect l="24883" t="22238"/>
          <a:stretch>
            <a:fillRect/>
          </a:stretch>
        </p:blipFill>
        <p:spPr>
          <a:xfrm>
            <a:off x="8685530" y="3234055"/>
            <a:ext cx="3369945" cy="2449195"/>
          </a:xfrm>
          <a:prstGeom prst="rect">
            <a:avLst/>
          </a:prstGeom>
        </p:spPr>
      </p:pic>
      <p:pic>
        <p:nvPicPr>
          <p:cNvPr id="7" name="图片 6" descr="微信图片_20260525124932_218_81"/>
          <p:cNvPicPr>
            <a:picLocks noChangeAspect="1"/>
          </p:cNvPicPr>
          <p:nvPr/>
        </p:nvPicPr>
        <p:blipFill>
          <a:blip r:embed="rId6"/>
          <a:srcRect t="13906"/>
          <a:stretch>
            <a:fillRect/>
          </a:stretch>
        </p:blipFill>
        <p:spPr>
          <a:xfrm>
            <a:off x="5783580" y="2574925"/>
            <a:ext cx="2712720" cy="3768090"/>
          </a:xfrm>
          <a:prstGeom prst="rect">
            <a:avLst/>
          </a:prstGeom>
        </p:spPr>
      </p:pic>
      <p:pic>
        <p:nvPicPr>
          <p:cNvPr id="9" name="图片 8" descr="祥林嫂"/>
          <p:cNvPicPr>
            <a:picLocks noChangeAspect="1"/>
          </p:cNvPicPr>
          <p:nvPr/>
        </p:nvPicPr>
        <p:blipFill>
          <a:blip r:embed="rId7"/>
          <a:stretch>
            <a:fillRect/>
          </a:stretch>
        </p:blipFill>
        <p:spPr>
          <a:xfrm>
            <a:off x="384175" y="2846070"/>
            <a:ext cx="4354195" cy="2354580"/>
          </a:xfrm>
          <a:prstGeom prst="rect">
            <a:avLst/>
          </a:prstGeom>
        </p:spPr>
      </p:pic>
      <p:pic>
        <p:nvPicPr>
          <p:cNvPr id="10" name="图片 9" descr="子君1"/>
          <p:cNvPicPr>
            <a:picLocks noChangeAspect="1"/>
          </p:cNvPicPr>
          <p:nvPr/>
        </p:nvPicPr>
        <p:blipFill>
          <a:blip r:embed="rId8"/>
          <a:stretch>
            <a:fillRect/>
          </a:stretch>
        </p:blipFill>
        <p:spPr>
          <a:xfrm>
            <a:off x="384175" y="4433570"/>
            <a:ext cx="4335145" cy="235712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598805" y="233045"/>
            <a:ext cx="10007600" cy="1292225"/>
          </a:xfrm>
          <a:prstGeom prst="rect">
            <a:avLst/>
          </a:prstGeom>
          <a:noFill/>
        </p:spPr>
        <p:txBody>
          <a:bodyPr wrap="square" lIns="0" tIns="0" rIns="0" bIns="0" rtlCol="0">
            <a:spAutoFit/>
          </a:bodyPr>
          <a:lstStyle/>
          <a:p>
            <a:r>
              <a:rPr lang="zh-CN" altLang="en-US" sz="2800">
                <a:solidFill>
                  <a:schemeClr val="accent1"/>
                </a:solidFill>
                <a:latin typeface="思源宋体 CN Heavy" panose="02020900000000000000" pitchFamily="18" charset="-122"/>
                <a:ea typeface="思源宋体 CN Heavy" panose="02020900000000000000" pitchFamily="18" charset="-122"/>
                <a:cs typeface="+mn-ea"/>
                <a:sym typeface="+mn-lt"/>
              </a:rPr>
              <a:t>“线上图谱+线下传播”</a:t>
            </a:r>
            <a:endParaRPr lang="zh-CN" altLang="en-US" sz="2800">
              <a:solidFill>
                <a:schemeClr val="accent1"/>
              </a:solidFill>
              <a:latin typeface="思源宋体 CN Heavy" panose="02020900000000000000" pitchFamily="18" charset="-122"/>
              <a:ea typeface="思源宋体 CN Heavy" panose="02020900000000000000" pitchFamily="18" charset="-122"/>
              <a:cs typeface="+mn-ea"/>
              <a:sym typeface="+mn-lt"/>
            </a:endParaRPr>
          </a:p>
          <a:p>
            <a:endParaRPr lang="zh-CN" altLang="en-US" sz="2800">
              <a:solidFill>
                <a:schemeClr val="accent1"/>
              </a:solidFill>
              <a:latin typeface="思源宋体 CN Heavy" panose="02020900000000000000" pitchFamily="18" charset="-122"/>
              <a:ea typeface="思源宋体 CN Heavy" panose="02020900000000000000" pitchFamily="18" charset="-122"/>
              <a:cs typeface="+mn-ea"/>
              <a:sym typeface="+mn-lt"/>
            </a:endParaRPr>
          </a:p>
          <a:p>
            <a:r>
              <a:rPr lang="zh-CN" altLang="en-US" sz="2800">
                <a:solidFill>
                  <a:schemeClr val="accent1"/>
                </a:solidFill>
                <a:latin typeface="思源宋体 CN Heavy" panose="02020900000000000000" pitchFamily="18" charset="-122"/>
                <a:ea typeface="思源宋体 CN Heavy" panose="02020900000000000000" pitchFamily="18" charset="-122"/>
                <a:cs typeface="+mn-ea"/>
                <a:sym typeface="+mn-lt"/>
              </a:rPr>
              <a:t> </a:t>
            </a:r>
            <a:r>
              <a:rPr lang="en-US" altLang="zh-CN" sz="2800">
                <a:solidFill>
                  <a:schemeClr val="accent1"/>
                </a:solidFill>
                <a:latin typeface="思源宋体 CN Heavy" panose="02020900000000000000" pitchFamily="18" charset="-122"/>
                <a:ea typeface="思源宋体 CN Heavy" panose="02020900000000000000" pitchFamily="18" charset="-122"/>
                <a:cs typeface="+mn-ea"/>
                <a:sym typeface="+mn-lt"/>
              </a:rPr>
              <a:t>       ——</a:t>
            </a:r>
            <a:r>
              <a:rPr lang="zh-CN" altLang="en-US" sz="2800">
                <a:solidFill>
                  <a:schemeClr val="accent1"/>
                </a:solidFill>
                <a:latin typeface="思源宋体 CN Heavy" panose="02020900000000000000" pitchFamily="18" charset="-122"/>
                <a:ea typeface="思源宋体 CN Heavy" panose="02020900000000000000" pitchFamily="18" charset="-122"/>
                <a:cs typeface="+mn-ea"/>
                <a:sym typeface="+mn-lt"/>
              </a:rPr>
              <a:t>学习通</a:t>
            </a:r>
            <a:r>
              <a:rPr lang="en-US" altLang="zh-CN" sz="2800">
                <a:solidFill>
                  <a:schemeClr val="accent1"/>
                </a:solidFill>
                <a:latin typeface="思源宋体 CN Heavy" panose="02020900000000000000" pitchFamily="18" charset="-122"/>
                <a:ea typeface="思源宋体 CN Heavy" panose="02020900000000000000" pitchFamily="18" charset="-122"/>
                <a:cs typeface="+mn-ea"/>
                <a:sym typeface="+mn-lt"/>
              </a:rPr>
              <a:t>AI</a:t>
            </a:r>
            <a:r>
              <a:rPr lang="zh-CN" altLang="en-US" sz="2800">
                <a:solidFill>
                  <a:schemeClr val="accent1"/>
                </a:solidFill>
                <a:latin typeface="思源宋体 CN Heavy" panose="02020900000000000000" pitchFamily="18" charset="-122"/>
                <a:ea typeface="思源宋体 CN Heavy" panose="02020900000000000000" pitchFamily="18" charset="-122"/>
                <a:cs typeface="+mn-ea"/>
                <a:sym typeface="+mn-lt"/>
              </a:rPr>
              <a:t>知识图谱与实体科普物料</a:t>
            </a:r>
            <a:endParaRPr lang="zh-CN" altLang="en-US" sz="2800">
              <a:solidFill>
                <a:schemeClr val="accent1"/>
              </a:solidFill>
              <a:latin typeface="思源宋体 CN Heavy" panose="02020900000000000000" pitchFamily="18" charset="-122"/>
              <a:ea typeface="思源宋体 CN Heavy" panose="02020900000000000000" pitchFamily="18" charset="-122"/>
              <a:cs typeface="+mn-ea"/>
              <a:sym typeface="+mn-lt"/>
            </a:endParaRPr>
          </a:p>
        </p:txBody>
      </p:sp>
      <p:sp>
        <p:nvSpPr>
          <p:cNvPr id="15" name="文本框 14"/>
          <p:cNvSpPr txBox="1"/>
          <p:nvPr/>
        </p:nvSpPr>
        <p:spPr>
          <a:xfrm>
            <a:off x="10141223" y="6235700"/>
            <a:ext cx="1459411" cy="184666"/>
          </a:xfrm>
          <a:prstGeom prst="rect">
            <a:avLst/>
          </a:prstGeom>
          <a:noFill/>
        </p:spPr>
        <p:txBody>
          <a:bodyPr wrap="square" lIns="0" tIns="0" rIns="0" bIns="0">
            <a:spAutoFit/>
          </a:bodyPr>
          <a:lstStyle/>
          <a:p>
            <a:r>
              <a:rPr lang="zh-CN" altLang="en-US" sz="1200">
                <a:solidFill>
                  <a:schemeClr val="bg1">
                    <a:lumMod val="50000"/>
                  </a:schemeClr>
                </a:solidFill>
                <a:cs typeface="+mn-ea"/>
                <a:sym typeface="+mn-lt"/>
              </a:rPr>
              <a:t>博学弘德，自强不息</a:t>
            </a:r>
            <a:endParaRPr lang="zh-CN" altLang="en-US" sz="1200">
              <a:solidFill>
                <a:schemeClr val="bg1">
                  <a:lumMod val="50000"/>
                </a:schemeClr>
              </a:solidFill>
              <a:cs typeface="+mn-ea"/>
              <a:sym typeface="+mn-lt"/>
            </a:endParaRPr>
          </a:p>
        </p:txBody>
      </p:sp>
      <p:pic>
        <p:nvPicPr>
          <p:cNvPr id="2" name="图片 1" descr="xxt1"/>
          <p:cNvPicPr>
            <a:picLocks noChangeAspect="1"/>
          </p:cNvPicPr>
          <p:nvPr/>
        </p:nvPicPr>
        <p:blipFill>
          <a:blip r:embed="rId1"/>
          <a:srcRect l="46293" t="12394" r="1864"/>
          <a:stretch>
            <a:fillRect/>
          </a:stretch>
        </p:blipFill>
        <p:spPr>
          <a:xfrm>
            <a:off x="142875" y="2404110"/>
            <a:ext cx="3436620" cy="3716020"/>
          </a:xfrm>
          <a:prstGeom prst="rect">
            <a:avLst/>
          </a:prstGeom>
        </p:spPr>
      </p:pic>
      <p:pic>
        <p:nvPicPr>
          <p:cNvPr id="4" name="图片 3" descr="xxt"/>
          <p:cNvPicPr>
            <a:picLocks noChangeAspect="1"/>
          </p:cNvPicPr>
          <p:nvPr/>
        </p:nvPicPr>
        <p:blipFill>
          <a:blip r:embed="rId2"/>
          <a:srcRect l="30617" t="8062" r="11532" b="12215"/>
          <a:stretch>
            <a:fillRect/>
          </a:stretch>
        </p:blipFill>
        <p:spPr>
          <a:xfrm>
            <a:off x="2947670" y="2834640"/>
            <a:ext cx="2683510" cy="2854960"/>
          </a:xfrm>
          <a:prstGeom prst="rect">
            <a:avLst/>
          </a:prstGeom>
        </p:spPr>
      </p:pic>
      <p:pic>
        <p:nvPicPr>
          <p:cNvPr id="5" name="图片 4" descr="物料1"/>
          <p:cNvPicPr>
            <a:picLocks noChangeAspect="1"/>
          </p:cNvPicPr>
          <p:nvPr/>
        </p:nvPicPr>
        <p:blipFill>
          <a:blip r:embed="rId3"/>
          <a:srcRect l="6110" t="3398" r="3345" b="1778"/>
          <a:stretch>
            <a:fillRect/>
          </a:stretch>
        </p:blipFill>
        <p:spPr>
          <a:xfrm>
            <a:off x="6355715" y="2024380"/>
            <a:ext cx="2720340" cy="3884295"/>
          </a:xfrm>
          <a:prstGeom prst="rect">
            <a:avLst/>
          </a:prstGeom>
        </p:spPr>
      </p:pic>
      <p:pic>
        <p:nvPicPr>
          <p:cNvPr id="10" name="图片 9" descr="物料"/>
          <p:cNvPicPr>
            <a:picLocks noChangeAspect="1"/>
          </p:cNvPicPr>
          <p:nvPr/>
        </p:nvPicPr>
        <p:blipFill>
          <a:blip r:embed="rId4"/>
          <a:stretch>
            <a:fillRect/>
          </a:stretch>
        </p:blipFill>
        <p:spPr>
          <a:xfrm>
            <a:off x="9251950" y="1874520"/>
            <a:ext cx="2940050" cy="392176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330200" y="274320"/>
            <a:ext cx="11531600" cy="1292225"/>
          </a:xfrm>
          <a:prstGeom prst="rect">
            <a:avLst/>
          </a:prstGeom>
          <a:noFill/>
        </p:spPr>
        <p:txBody>
          <a:bodyPr wrap="square" lIns="0" tIns="0" rIns="0" bIns="0" rtlCol="0">
            <a:spAutoFit/>
          </a:bodyPr>
          <a:lstStyle/>
          <a:p>
            <a:r>
              <a:rPr lang="zh-CN" altLang="en-US" sz="2800">
                <a:solidFill>
                  <a:schemeClr val="accent1"/>
                </a:solidFill>
                <a:latin typeface="思源宋体 CN Heavy" panose="02020900000000000000" pitchFamily="18" charset="-122"/>
                <a:ea typeface="思源宋体 CN Heavy" panose="02020900000000000000" pitchFamily="18" charset="-122"/>
                <a:cs typeface="+mn-ea"/>
                <a:sym typeface="+mn-lt"/>
              </a:rPr>
              <a:t>教学效果评估</a:t>
            </a:r>
            <a:endParaRPr lang="zh-CN" altLang="en-US" sz="2800">
              <a:solidFill>
                <a:schemeClr val="accent1"/>
              </a:solidFill>
              <a:latin typeface="思源宋体 CN Heavy" panose="02020900000000000000" pitchFamily="18" charset="-122"/>
              <a:ea typeface="思源宋体 CN Heavy" panose="02020900000000000000" pitchFamily="18" charset="-122"/>
              <a:cs typeface="+mn-ea"/>
              <a:sym typeface="+mn-lt"/>
            </a:endParaRPr>
          </a:p>
          <a:p>
            <a:r>
              <a:rPr lang="en-US" altLang="zh-CN" sz="2800">
                <a:solidFill>
                  <a:schemeClr val="accent1"/>
                </a:solidFill>
                <a:latin typeface="思源宋体 CN Heavy" panose="02020900000000000000" pitchFamily="18" charset="-122"/>
                <a:ea typeface="思源宋体 CN Heavy" panose="02020900000000000000" pitchFamily="18" charset="-122"/>
                <a:cs typeface="+mn-ea"/>
                <a:sym typeface="+mn-lt"/>
              </a:rPr>
              <a:t>——</a:t>
            </a:r>
            <a:r>
              <a:rPr lang="zh-CN" altLang="en-US" sz="2800">
                <a:solidFill>
                  <a:schemeClr val="accent1"/>
                </a:solidFill>
                <a:latin typeface="思源宋体 CN Heavy" panose="02020900000000000000" pitchFamily="18" charset="-122"/>
                <a:ea typeface="思源宋体 CN Heavy" panose="02020900000000000000" pitchFamily="18" charset="-122"/>
                <a:cs typeface="+mn-ea"/>
                <a:sym typeface="+mn-lt"/>
              </a:rPr>
              <a:t>知识图谱与微课能够有效提升学生对鲁迅女性人物、空间理论及文本关系的理解</a:t>
            </a:r>
            <a:endParaRPr lang="zh-CN" altLang="en-US" sz="2800">
              <a:solidFill>
                <a:schemeClr val="accent1"/>
              </a:solidFill>
              <a:latin typeface="思源宋体 CN Heavy" panose="02020900000000000000" pitchFamily="18" charset="-122"/>
              <a:ea typeface="思源宋体 CN Heavy" panose="02020900000000000000" pitchFamily="18" charset="-122"/>
              <a:cs typeface="+mn-ea"/>
              <a:sym typeface="+mn-lt"/>
            </a:endParaRPr>
          </a:p>
        </p:txBody>
      </p:sp>
      <p:sp>
        <p:nvSpPr>
          <p:cNvPr id="4" name="文本框 3"/>
          <p:cNvSpPr txBox="1"/>
          <p:nvPr/>
        </p:nvSpPr>
        <p:spPr>
          <a:xfrm>
            <a:off x="10141223" y="6235700"/>
            <a:ext cx="1459411" cy="184666"/>
          </a:xfrm>
          <a:prstGeom prst="rect">
            <a:avLst/>
          </a:prstGeom>
          <a:noFill/>
        </p:spPr>
        <p:txBody>
          <a:bodyPr wrap="square" lIns="0" tIns="0" rIns="0" bIns="0">
            <a:spAutoFit/>
          </a:bodyPr>
          <a:lstStyle/>
          <a:p>
            <a:r>
              <a:rPr lang="zh-CN" altLang="en-US" sz="1200">
                <a:solidFill>
                  <a:schemeClr val="bg1">
                    <a:lumMod val="50000"/>
                  </a:schemeClr>
                </a:solidFill>
                <a:cs typeface="+mn-ea"/>
                <a:sym typeface="+mn-lt"/>
              </a:rPr>
              <a:t>博学弘德，自强不息</a:t>
            </a:r>
            <a:endParaRPr lang="zh-CN" altLang="en-US" sz="1200">
              <a:solidFill>
                <a:schemeClr val="bg1">
                  <a:lumMod val="50000"/>
                </a:schemeClr>
              </a:solidFill>
              <a:cs typeface="+mn-ea"/>
              <a:sym typeface="+mn-lt"/>
            </a:endParaRPr>
          </a:p>
        </p:txBody>
      </p:sp>
      <p:pic>
        <p:nvPicPr>
          <p:cNvPr id="5" name="图片 4" descr="屏幕截图 2026-05-25 143301"/>
          <p:cNvPicPr>
            <a:picLocks noChangeAspect="1"/>
          </p:cNvPicPr>
          <p:nvPr/>
        </p:nvPicPr>
        <p:blipFill>
          <a:blip r:embed="rId1"/>
          <a:stretch>
            <a:fillRect/>
          </a:stretch>
        </p:blipFill>
        <p:spPr>
          <a:xfrm>
            <a:off x="6410960" y="1490345"/>
            <a:ext cx="5669915" cy="5202555"/>
          </a:xfrm>
          <a:prstGeom prst="rect">
            <a:avLst/>
          </a:prstGeom>
        </p:spPr>
      </p:pic>
      <p:pic>
        <p:nvPicPr>
          <p:cNvPr id="6" name="图片 5" descr="屏幕截图 2026-05-25 143221"/>
          <p:cNvPicPr>
            <a:picLocks noChangeAspect="1"/>
          </p:cNvPicPr>
          <p:nvPr/>
        </p:nvPicPr>
        <p:blipFill>
          <a:blip r:embed="rId2"/>
          <a:stretch>
            <a:fillRect/>
          </a:stretch>
        </p:blipFill>
        <p:spPr>
          <a:xfrm>
            <a:off x="81915" y="2157095"/>
            <a:ext cx="6071870" cy="3377565"/>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任意多边形: 形状 7"/>
          <p:cNvSpPr/>
          <p:nvPr/>
        </p:nvSpPr>
        <p:spPr>
          <a:xfrm>
            <a:off x="0" y="3975301"/>
            <a:ext cx="12192000" cy="1460557"/>
          </a:xfrm>
          <a:custGeom>
            <a:avLst/>
            <a:gdLst>
              <a:gd name="connsiteX0" fmla="*/ 0 w 12192000"/>
              <a:gd name="connsiteY0" fmla="*/ 0 h 1854314"/>
              <a:gd name="connsiteX1" fmla="*/ 193156 w 12192000"/>
              <a:gd name="connsiteY1" fmla="*/ 176115 h 1854314"/>
              <a:gd name="connsiteX2" fmla="*/ 6096000 w 12192000"/>
              <a:gd name="connsiteY2" fmla="*/ 1763879 h 1854314"/>
              <a:gd name="connsiteX3" fmla="*/ 11998845 w 12192000"/>
              <a:gd name="connsiteY3" fmla="*/ 176115 h 1854314"/>
              <a:gd name="connsiteX4" fmla="*/ 12192000 w 12192000"/>
              <a:gd name="connsiteY4" fmla="*/ 1 h 1854314"/>
              <a:gd name="connsiteX5" fmla="*/ 12192000 w 12192000"/>
              <a:gd name="connsiteY5" fmla="*/ 402933 h 1854314"/>
              <a:gd name="connsiteX6" fmla="*/ 12038278 w 12192000"/>
              <a:gd name="connsiteY6" fmla="*/ 523050 h 1854314"/>
              <a:gd name="connsiteX7" fmla="*/ 6096000 w 12192000"/>
              <a:gd name="connsiteY7" fmla="*/ 1854314 h 1854314"/>
              <a:gd name="connsiteX8" fmla="*/ 153722 w 12192000"/>
              <a:gd name="connsiteY8" fmla="*/ 523050 h 1854314"/>
              <a:gd name="connsiteX9" fmla="*/ 0 w 12192000"/>
              <a:gd name="connsiteY9" fmla="*/ 402933 h 1854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192000" h="1854314">
                <a:moveTo>
                  <a:pt x="0" y="0"/>
                </a:moveTo>
                <a:lnTo>
                  <a:pt x="193156" y="176115"/>
                </a:lnTo>
                <a:cubicBezTo>
                  <a:pt x="1348873" y="1123409"/>
                  <a:pt x="3559204" y="1763879"/>
                  <a:pt x="6096000" y="1763879"/>
                </a:cubicBezTo>
                <a:cubicBezTo>
                  <a:pt x="8632796" y="1763879"/>
                  <a:pt x="10843127" y="1123409"/>
                  <a:pt x="11998845" y="176115"/>
                </a:cubicBezTo>
                <a:lnTo>
                  <a:pt x="12192000" y="1"/>
                </a:lnTo>
                <a:lnTo>
                  <a:pt x="12192000" y="402933"/>
                </a:lnTo>
                <a:lnTo>
                  <a:pt x="12038278" y="523050"/>
                </a:lnTo>
                <a:cubicBezTo>
                  <a:pt x="10893896" y="1316011"/>
                  <a:pt x="8661955" y="1854314"/>
                  <a:pt x="6096000" y="1854314"/>
                </a:cubicBezTo>
                <a:cubicBezTo>
                  <a:pt x="3530045" y="1854314"/>
                  <a:pt x="1298104" y="1316011"/>
                  <a:pt x="153722" y="523050"/>
                </a:cubicBezTo>
                <a:lnTo>
                  <a:pt x="0" y="402933"/>
                </a:lnTo>
                <a:close/>
              </a:path>
            </a:pathLst>
          </a:custGeom>
          <a:gradFill>
            <a:gsLst>
              <a:gs pos="0">
                <a:srgbClr val="DDE4EB"/>
              </a:gs>
              <a:gs pos="72000">
                <a:schemeClr val="accent1">
                  <a:lumMod val="20000"/>
                  <a:lumOff val="8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mn-ea"/>
              <a:sym typeface="+mn-lt"/>
            </a:endParaRPr>
          </a:p>
        </p:txBody>
      </p:sp>
      <p:pic>
        <p:nvPicPr>
          <p:cNvPr id="44" name="图片 43"/>
          <p:cNvPicPr>
            <a:picLocks noChangeAspect="1"/>
          </p:cNvPicPr>
          <p:nvPr/>
        </p:nvPicPr>
        <p:blipFill rotWithShape="1">
          <a:blip r:embed="rId1" cstate="screen"/>
          <a:srcRect/>
          <a:stretch>
            <a:fillRect/>
          </a:stretch>
        </p:blipFill>
        <p:spPr>
          <a:xfrm>
            <a:off x="0" y="4705580"/>
            <a:ext cx="12192000" cy="2152420"/>
          </a:xfrm>
          <a:custGeom>
            <a:avLst/>
            <a:gdLst>
              <a:gd name="connsiteX0" fmla="*/ 0 w 12192000"/>
              <a:gd name="connsiteY0" fmla="*/ 0 h 2152420"/>
              <a:gd name="connsiteX1" fmla="*/ 304237 w 12192000"/>
              <a:gd name="connsiteY1" fmla="*/ 81679 h 2152420"/>
              <a:gd name="connsiteX2" fmla="*/ 6096000 w 12192000"/>
              <a:gd name="connsiteY2" fmla="*/ 630028 h 2152420"/>
              <a:gd name="connsiteX3" fmla="*/ 11887763 w 12192000"/>
              <a:gd name="connsiteY3" fmla="*/ 81679 h 2152420"/>
              <a:gd name="connsiteX4" fmla="*/ 12192000 w 12192000"/>
              <a:gd name="connsiteY4" fmla="*/ 0 h 2152420"/>
              <a:gd name="connsiteX5" fmla="*/ 12192000 w 12192000"/>
              <a:gd name="connsiteY5" fmla="*/ 2152420 h 2152420"/>
              <a:gd name="connsiteX6" fmla="*/ 0 w 12192000"/>
              <a:gd name="connsiteY6" fmla="*/ 2152420 h 2152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2152420">
                <a:moveTo>
                  <a:pt x="0" y="0"/>
                </a:moveTo>
                <a:lnTo>
                  <a:pt x="304237" y="81679"/>
                </a:lnTo>
                <a:cubicBezTo>
                  <a:pt x="1680893" y="416570"/>
                  <a:pt x="3764278" y="630028"/>
                  <a:pt x="6096000" y="630028"/>
                </a:cubicBezTo>
                <a:cubicBezTo>
                  <a:pt x="8427722" y="630028"/>
                  <a:pt x="10511107" y="416570"/>
                  <a:pt x="11887763" y="81679"/>
                </a:cubicBezTo>
                <a:lnTo>
                  <a:pt x="12192000" y="0"/>
                </a:lnTo>
                <a:lnTo>
                  <a:pt x="12192000" y="2152420"/>
                </a:lnTo>
                <a:lnTo>
                  <a:pt x="0" y="2152420"/>
                </a:lnTo>
                <a:close/>
              </a:path>
            </a:pathLst>
          </a:custGeom>
        </p:spPr>
      </p:pic>
      <p:sp>
        <p:nvSpPr>
          <p:cNvPr id="46" name="任意多边形: 形状 45"/>
          <p:cNvSpPr/>
          <p:nvPr/>
        </p:nvSpPr>
        <p:spPr>
          <a:xfrm>
            <a:off x="0" y="4705580"/>
            <a:ext cx="12192000" cy="2152420"/>
          </a:xfrm>
          <a:custGeom>
            <a:avLst/>
            <a:gdLst>
              <a:gd name="connsiteX0" fmla="*/ 0 w 12192000"/>
              <a:gd name="connsiteY0" fmla="*/ 0 h 2152420"/>
              <a:gd name="connsiteX1" fmla="*/ 304237 w 12192000"/>
              <a:gd name="connsiteY1" fmla="*/ 81679 h 2152420"/>
              <a:gd name="connsiteX2" fmla="*/ 6096000 w 12192000"/>
              <a:gd name="connsiteY2" fmla="*/ 630028 h 2152420"/>
              <a:gd name="connsiteX3" fmla="*/ 11887763 w 12192000"/>
              <a:gd name="connsiteY3" fmla="*/ 81679 h 2152420"/>
              <a:gd name="connsiteX4" fmla="*/ 12192000 w 12192000"/>
              <a:gd name="connsiteY4" fmla="*/ 0 h 2152420"/>
              <a:gd name="connsiteX5" fmla="*/ 12192000 w 12192000"/>
              <a:gd name="connsiteY5" fmla="*/ 2152420 h 2152420"/>
              <a:gd name="connsiteX6" fmla="*/ 0 w 12192000"/>
              <a:gd name="connsiteY6" fmla="*/ 2152420 h 2152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2152420">
                <a:moveTo>
                  <a:pt x="0" y="0"/>
                </a:moveTo>
                <a:lnTo>
                  <a:pt x="304237" y="81679"/>
                </a:lnTo>
                <a:cubicBezTo>
                  <a:pt x="1680893" y="416570"/>
                  <a:pt x="3764278" y="630028"/>
                  <a:pt x="6096000" y="630028"/>
                </a:cubicBezTo>
                <a:cubicBezTo>
                  <a:pt x="8427722" y="630028"/>
                  <a:pt x="10511107" y="416570"/>
                  <a:pt x="11887763" y="81679"/>
                </a:cubicBezTo>
                <a:lnTo>
                  <a:pt x="12192000" y="0"/>
                </a:lnTo>
                <a:lnTo>
                  <a:pt x="12192000" y="2152420"/>
                </a:lnTo>
                <a:lnTo>
                  <a:pt x="0" y="2152420"/>
                </a:lnTo>
                <a:close/>
              </a:path>
            </a:pathLst>
          </a:custGeom>
          <a:solidFill>
            <a:schemeClr val="accent1">
              <a:lumMod val="100000"/>
              <a:alpha val="9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mn-ea"/>
              <a:sym typeface="+mn-lt"/>
            </a:endParaRPr>
          </a:p>
        </p:txBody>
      </p:sp>
      <p:sp>
        <p:nvSpPr>
          <p:cNvPr id="15" name="文本框 14"/>
          <p:cNvSpPr txBox="1"/>
          <p:nvPr/>
        </p:nvSpPr>
        <p:spPr>
          <a:xfrm>
            <a:off x="1463040" y="2534366"/>
            <a:ext cx="9265920" cy="1015663"/>
          </a:xfrm>
          <a:prstGeom prst="rect">
            <a:avLst/>
          </a:prstGeom>
          <a:noFill/>
        </p:spPr>
        <p:txBody>
          <a:bodyPr wrap="square" lIns="0" tIns="0" rIns="0" bIns="0" rtlCol="0">
            <a:spAutoFit/>
          </a:bodyPr>
          <a:lstStyle/>
          <a:p>
            <a:pPr algn="ctr"/>
            <a:r>
              <a:rPr lang="zh-CN" altLang="en-US" sz="6600">
                <a:solidFill>
                  <a:schemeClr val="accent1">
                    <a:lumMod val="100000"/>
                  </a:schemeClr>
                </a:solidFill>
                <a:latin typeface="思源宋体 CN Heavy" panose="02020900000000000000" pitchFamily="18" charset="-122"/>
                <a:ea typeface="思源宋体 CN Heavy" panose="02020900000000000000" pitchFamily="18" charset="-122"/>
                <a:cs typeface="+mn-ea"/>
                <a:sym typeface="+mn-lt"/>
              </a:rPr>
              <a:t>谢谢观看</a:t>
            </a:r>
            <a:endParaRPr lang="zh-CN" altLang="en-US" sz="6600">
              <a:solidFill>
                <a:schemeClr val="accent1">
                  <a:lumMod val="100000"/>
                </a:schemeClr>
              </a:solidFill>
              <a:latin typeface="思源宋体 CN Heavy" panose="02020900000000000000" pitchFamily="18" charset="-122"/>
              <a:ea typeface="思源宋体 CN Heavy" panose="02020900000000000000" pitchFamily="18" charset="-122"/>
              <a:cs typeface="+mn-ea"/>
              <a:sym typeface="+mn-lt"/>
            </a:endParaRPr>
          </a:p>
        </p:txBody>
      </p:sp>
      <p:sp>
        <p:nvSpPr>
          <p:cNvPr id="19" name="文本框 18"/>
          <p:cNvSpPr txBox="1"/>
          <p:nvPr/>
        </p:nvSpPr>
        <p:spPr>
          <a:xfrm>
            <a:off x="1463040" y="3533231"/>
            <a:ext cx="9265920" cy="246221"/>
          </a:xfrm>
          <a:prstGeom prst="rect">
            <a:avLst/>
          </a:prstGeom>
          <a:noFill/>
        </p:spPr>
        <p:txBody>
          <a:bodyPr wrap="square" lIns="0" tIns="0" rIns="0" bIns="0" rtlCol="0">
            <a:spAutoFit/>
          </a:bodyPr>
          <a:lstStyle/>
          <a:p>
            <a:pPr algn="ctr"/>
            <a:r>
              <a:rPr lang="en-US" altLang="zh-CN" sz="1600">
                <a:solidFill>
                  <a:schemeClr val="bg1">
                    <a:lumMod val="50000"/>
                  </a:schemeClr>
                </a:solidFill>
                <a:cs typeface="+mn-ea"/>
                <a:sym typeface="+mn-lt"/>
              </a:rPr>
              <a:t>Thanks for watching</a:t>
            </a:r>
            <a:endParaRPr lang="en-US" altLang="zh-CN" sz="1600">
              <a:solidFill>
                <a:schemeClr val="bg1">
                  <a:lumMod val="50000"/>
                </a:schemeClr>
              </a:solidFill>
              <a:cs typeface="+mn-ea"/>
              <a:sym typeface="+mn-lt"/>
            </a:endParaRPr>
          </a:p>
        </p:txBody>
      </p:sp>
      <p:grpSp>
        <p:nvGrpSpPr>
          <p:cNvPr id="78" name="组合 77"/>
          <p:cNvGrpSpPr/>
          <p:nvPr/>
        </p:nvGrpSpPr>
        <p:grpSpPr>
          <a:xfrm flipH="1">
            <a:off x="5102237" y="1130298"/>
            <a:ext cx="2169420" cy="1313128"/>
            <a:chOff x="5138034" y="1106707"/>
            <a:chExt cx="2097827" cy="1269791"/>
          </a:xfrm>
        </p:grpSpPr>
        <p:sp>
          <p:nvSpPr>
            <p:cNvPr id="74" name="任意多边形: 形状 73"/>
            <p:cNvSpPr/>
            <p:nvPr/>
          </p:nvSpPr>
          <p:spPr>
            <a:xfrm>
              <a:off x="5138034" y="1106707"/>
              <a:ext cx="2097827" cy="1269791"/>
            </a:xfrm>
            <a:custGeom>
              <a:avLst/>
              <a:gdLst>
                <a:gd name="connsiteX0" fmla="*/ 1035939 w 2097827"/>
                <a:gd name="connsiteY0" fmla="*/ -746 h 1269791"/>
                <a:gd name="connsiteX1" fmla="*/ -486 w 2097827"/>
                <a:gd name="connsiteY1" fmla="*/ 419814 h 1269791"/>
                <a:gd name="connsiteX2" fmla="*/ 534924 w 2097827"/>
                <a:gd name="connsiteY2" fmla="*/ 687519 h 1269791"/>
                <a:gd name="connsiteX3" fmla="*/ 534924 w 2097827"/>
                <a:gd name="connsiteY3" fmla="*/ 687497 h 1269791"/>
                <a:gd name="connsiteX4" fmla="*/ 1040926 w 2097827"/>
                <a:gd name="connsiteY4" fmla="*/ 940513 h 1269791"/>
                <a:gd name="connsiteX5" fmla="*/ 1540496 w 2097827"/>
                <a:gd name="connsiteY5" fmla="*/ 689533 h 1269791"/>
                <a:gd name="connsiteX6" fmla="*/ 1540496 w 2097827"/>
                <a:gd name="connsiteY6" fmla="*/ 689556 h 1269791"/>
                <a:gd name="connsiteX7" fmla="*/ 2097341 w 2097827"/>
                <a:gd name="connsiteY7" fmla="*/ 409796 h 1269791"/>
                <a:gd name="connsiteX8" fmla="*/ 1540518 w 2097827"/>
                <a:gd name="connsiteY8" fmla="*/ 715012 h 1269791"/>
                <a:gd name="connsiteX9" fmla="*/ 1040948 w 2097827"/>
                <a:gd name="connsiteY9" fmla="*/ 965991 h 1269791"/>
                <a:gd name="connsiteX10" fmla="*/ 534947 w 2097827"/>
                <a:gd name="connsiteY10" fmla="*/ 712975 h 1269791"/>
                <a:gd name="connsiteX11" fmla="*/ 496225 w 2097827"/>
                <a:gd name="connsiteY11" fmla="*/ 1076349 h 1269791"/>
                <a:gd name="connsiteX12" fmla="*/ 1575849 w 2097827"/>
                <a:gd name="connsiteY12" fmla="*/ 1076349 h 12697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97827" h="1269791">
                  <a:moveTo>
                    <a:pt x="1035939" y="-746"/>
                  </a:moveTo>
                  <a:lnTo>
                    <a:pt x="-486" y="419814"/>
                  </a:lnTo>
                  <a:lnTo>
                    <a:pt x="534924" y="687519"/>
                  </a:lnTo>
                  <a:lnTo>
                    <a:pt x="534924" y="687497"/>
                  </a:lnTo>
                  <a:lnTo>
                    <a:pt x="1040926" y="940513"/>
                  </a:lnTo>
                  <a:lnTo>
                    <a:pt x="1540496" y="689533"/>
                  </a:lnTo>
                  <a:lnTo>
                    <a:pt x="1540496" y="689556"/>
                  </a:lnTo>
                  <a:lnTo>
                    <a:pt x="2097341" y="409796"/>
                  </a:lnTo>
                  <a:close/>
                  <a:moveTo>
                    <a:pt x="1540518" y="715012"/>
                  </a:moveTo>
                  <a:lnTo>
                    <a:pt x="1040948" y="965991"/>
                  </a:lnTo>
                  <a:lnTo>
                    <a:pt x="534947" y="712975"/>
                  </a:lnTo>
                  <a:lnTo>
                    <a:pt x="496225" y="1076349"/>
                  </a:lnTo>
                  <a:cubicBezTo>
                    <a:pt x="888782" y="1357396"/>
                    <a:pt x="1242888" y="1307975"/>
                    <a:pt x="1575849" y="1076349"/>
                  </a:cubicBezTo>
                  <a:close/>
                </a:path>
              </a:pathLst>
            </a:custGeom>
            <a:solidFill>
              <a:schemeClr val="accent1">
                <a:lumMod val="100000"/>
              </a:schemeClr>
            </a:solidFill>
            <a:ln w="748" cap="flat">
              <a:noFill/>
              <a:prstDash val="solid"/>
              <a:miter/>
            </a:ln>
          </p:spPr>
          <p:txBody>
            <a:bodyPr rtlCol="0" anchor="ctr"/>
            <a:lstStyle/>
            <a:p>
              <a:endParaRPr lang="zh-CN" altLang="en-US">
                <a:cs typeface="+mn-ea"/>
                <a:sym typeface="+mn-lt"/>
              </a:endParaRPr>
            </a:p>
          </p:txBody>
        </p:sp>
        <p:grpSp>
          <p:nvGrpSpPr>
            <p:cNvPr id="75" name="图形 71"/>
            <p:cNvGrpSpPr/>
            <p:nvPr/>
          </p:nvGrpSpPr>
          <p:grpSpPr>
            <a:xfrm>
              <a:off x="5472470" y="1486733"/>
              <a:ext cx="750830" cy="681735"/>
              <a:chOff x="5472470" y="1486733"/>
              <a:chExt cx="750830" cy="681735"/>
            </a:xfrm>
            <a:solidFill>
              <a:srgbClr val="213B6A"/>
            </a:solidFill>
          </p:grpSpPr>
          <p:sp>
            <p:nvSpPr>
              <p:cNvPr id="76" name="任意多边形: 形状 75"/>
              <p:cNvSpPr/>
              <p:nvPr/>
            </p:nvSpPr>
            <p:spPr>
              <a:xfrm rot="10800000" flipV="1">
                <a:off x="5472470" y="1486733"/>
                <a:ext cx="750830" cy="681735"/>
              </a:xfrm>
              <a:custGeom>
                <a:avLst/>
                <a:gdLst>
                  <a:gd name="connsiteX0" fmla="*/ 85944 w 750830"/>
                  <a:gd name="connsiteY0" fmla="*/ 465 h 681735"/>
                  <a:gd name="connsiteX1" fmla="*/ 599 w 750830"/>
                  <a:gd name="connsiteY1" fmla="*/ 50322 h 681735"/>
                  <a:gd name="connsiteX2" fmla="*/ 70770 w 750830"/>
                  <a:gd name="connsiteY2" fmla="*/ 89346 h 681735"/>
                  <a:gd name="connsiteX3" fmla="*/ 138713 w 750830"/>
                  <a:gd name="connsiteY3" fmla="*/ 90576 h 681735"/>
                  <a:gd name="connsiteX4" fmla="*/ 657547 w 750830"/>
                  <a:gd name="connsiteY4" fmla="*/ 221658 h 681735"/>
                  <a:gd name="connsiteX5" fmla="*/ 670593 w 750830"/>
                  <a:gd name="connsiteY5" fmla="*/ 379980 h 681735"/>
                  <a:gd name="connsiteX6" fmla="*/ 656324 w 750830"/>
                  <a:gd name="connsiteY6" fmla="*/ 677950 h 681735"/>
                  <a:gd name="connsiteX7" fmla="*/ 751430 w 750830"/>
                  <a:gd name="connsiteY7" fmla="*/ 654132 h 681735"/>
                  <a:gd name="connsiteX8" fmla="*/ 718636 w 750830"/>
                  <a:gd name="connsiteY8" fmla="*/ 370604 h 681735"/>
                  <a:gd name="connsiteX9" fmla="*/ 728579 w 750830"/>
                  <a:gd name="connsiteY9" fmla="*/ 183687 h 681735"/>
                  <a:gd name="connsiteX10" fmla="*/ 160632 w 750830"/>
                  <a:gd name="connsiteY10" fmla="*/ 35073 h 681735"/>
                  <a:gd name="connsiteX11" fmla="*/ 85939 w 750830"/>
                  <a:gd name="connsiteY11" fmla="*/ 462 h 6817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50830" h="681735">
                    <a:moveTo>
                      <a:pt x="85944" y="465"/>
                    </a:moveTo>
                    <a:cubicBezTo>
                      <a:pt x="51513" y="2646"/>
                      <a:pt x="6285" y="15177"/>
                      <a:pt x="599" y="50322"/>
                    </a:cubicBezTo>
                    <a:cubicBezTo>
                      <a:pt x="1938" y="80825"/>
                      <a:pt x="42395" y="90294"/>
                      <a:pt x="70770" y="89346"/>
                    </a:cubicBezTo>
                    <a:cubicBezTo>
                      <a:pt x="105833" y="86373"/>
                      <a:pt x="121300" y="85547"/>
                      <a:pt x="138713" y="90576"/>
                    </a:cubicBezTo>
                    <a:cubicBezTo>
                      <a:pt x="311656" y="134269"/>
                      <a:pt x="657547" y="221658"/>
                      <a:pt x="657547" y="221658"/>
                    </a:cubicBezTo>
                    <a:lnTo>
                      <a:pt x="670593" y="379980"/>
                    </a:lnTo>
                    <a:cubicBezTo>
                      <a:pt x="670593" y="379980"/>
                      <a:pt x="679757" y="519030"/>
                      <a:pt x="656324" y="677950"/>
                    </a:cubicBezTo>
                    <a:cubicBezTo>
                      <a:pt x="698145" y="686302"/>
                      <a:pt x="722135" y="682917"/>
                      <a:pt x="751430" y="654132"/>
                    </a:cubicBezTo>
                    <a:cubicBezTo>
                      <a:pt x="744435" y="563779"/>
                      <a:pt x="718636" y="370604"/>
                      <a:pt x="718636" y="370604"/>
                    </a:cubicBezTo>
                    <a:lnTo>
                      <a:pt x="728579" y="183687"/>
                    </a:lnTo>
                    <a:cubicBezTo>
                      <a:pt x="728579" y="183687"/>
                      <a:pt x="348363" y="86593"/>
                      <a:pt x="160632" y="35073"/>
                    </a:cubicBezTo>
                    <a:cubicBezTo>
                      <a:pt x="155014" y="5417"/>
                      <a:pt x="113804" y="-1336"/>
                      <a:pt x="85939" y="462"/>
                    </a:cubicBezTo>
                    <a:close/>
                  </a:path>
                </a:pathLst>
              </a:custGeom>
              <a:noFill/>
              <a:ln w="24127" cap="rnd">
                <a:solidFill>
                  <a:schemeClr val="accent1">
                    <a:lumMod val="100000"/>
                  </a:schemeClr>
                </a:solidFill>
                <a:prstDash val="solid"/>
                <a:round/>
              </a:ln>
            </p:spPr>
            <p:txBody>
              <a:bodyPr rtlCol="0" anchor="ctr"/>
              <a:lstStyle/>
              <a:p>
                <a:endParaRPr lang="zh-CN" altLang="en-US">
                  <a:cs typeface="+mn-ea"/>
                  <a:sym typeface="+mn-lt"/>
                </a:endParaRPr>
              </a:p>
            </p:txBody>
          </p:sp>
          <p:sp>
            <p:nvSpPr>
              <p:cNvPr id="77" name="任意多边形: 形状 76"/>
              <p:cNvSpPr/>
              <p:nvPr/>
            </p:nvSpPr>
            <p:spPr>
              <a:xfrm>
                <a:off x="5478181" y="1824109"/>
                <a:ext cx="100082" cy="80950"/>
              </a:xfrm>
              <a:custGeom>
                <a:avLst/>
                <a:gdLst>
                  <a:gd name="connsiteX0" fmla="*/ 39485 w 100082"/>
                  <a:gd name="connsiteY0" fmla="*/ 79102 h 80950"/>
                  <a:gd name="connsiteX1" fmla="*/ -10 w 100082"/>
                  <a:gd name="connsiteY1" fmla="*/ 37998 h 80950"/>
                  <a:gd name="connsiteX2" fmla="*/ 39485 w 100082"/>
                  <a:gd name="connsiteY2" fmla="*/ 121 h 80950"/>
                  <a:gd name="connsiteX3" fmla="*/ 100073 w 100082"/>
                  <a:gd name="connsiteY3" fmla="*/ 42081 h 80950"/>
                  <a:gd name="connsiteX4" fmla="*/ 39485 w 100082"/>
                  <a:gd name="connsiteY4" fmla="*/ 79102 h 809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82" h="80950">
                    <a:moveTo>
                      <a:pt x="39485" y="79102"/>
                    </a:moveTo>
                    <a:cubicBezTo>
                      <a:pt x="15830" y="74024"/>
                      <a:pt x="-10" y="56018"/>
                      <a:pt x="-10" y="37998"/>
                    </a:cubicBezTo>
                    <a:cubicBezTo>
                      <a:pt x="-10" y="19986"/>
                      <a:pt x="15829" y="3270"/>
                      <a:pt x="39485" y="121"/>
                    </a:cubicBezTo>
                    <a:cubicBezTo>
                      <a:pt x="69373" y="-3870"/>
                      <a:pt x="100073" y="14444"/>
                      <a:pt x="100073" y="42081"/>
                    </a:cubicBezTo>
                    <a:cubicBezTo>
                      <a:pt x="100073" y="69717"/>
                      <a:pt x="69373" y="85521"/>
                      <a:pt x="39485" y="79102"/>
                    </a:cubicBezTo>
                  </a:path>
                </a:pathLst>
              </a:custGeom>
              <a:solidFill>
                <a:schemeClr val="accent1">
                  <a:lumMod val="100000"/>
                </a:schemeClr>
              </a:solidFill>
              <a:ln w="701" cap="flat">
                <a:noFill/>
                <a:prstDash val="solid"/>
                <a:miter/>
              </a:ln>
            </p:spPr>
            <p:txBody>
              <a:bodyPr rtlCol="0" anchor="ctr"/>
              <a:lstStyle/>
              <a:p>
                <a:endParaRPr lang="zh-CN" altLang="en-US">
                  <a:cs typeface="+mn-ea"/>
                  <a:sym typeface="+mn-lt"/>
                </a:endParaRPr>
              </a:p>
            </p:txBody>
          </p:sp>
        </p:grpSp>
      </p:gr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ags/tag1.xml><?xml version="1.0" encoding="utf-8"?>
<p:tagLst xmlns:p="http://schemas.openxmlformats.org/presentationml/2006/main">
  <p:tag name="KSO_WM_DIAGRAM_VIRTUALLY_FRAME" val="{&quot;height&quot;:404.1519291338583,&quot;left&quot;:65.73062992125985,&quot;top&quot;:67.33783464566929,&quot;width&quot;:828.5388188976378}"/>
</p:tagLst>
</file>

<file path=ppt/tags/tag2.xml><?xml version="1.0" encoding="utf-8"?>
<p:tagLst xmlns:p="http://schemas.openxmlformats.org/presentationml/2006/main">
  <p:tag name="KSO_WM_DIAGRAM_VIRTUALLY_FRAME" val="{&quot;height&quot;:404.1519291338583,&quot;left&quot;:65.73062992125985,&quot;top&quot;:67.33783464566929,&quot;width&quot;:828.5388188976378}"/>
</p:tagLst>
</file>

<file path=ppt/tags/tag3.xml><?xml version="1.0" encoding="utf-8"?>
<p:tagLst xmlns:p="http://schemas.openxmlformats.org/presentationml/2006/main">
  <p:tag name="KSO_WM_DIAGRAM_VIRTUALLY_FRAME" val="{&quot;height&quot;:404.1519291338583,&quot;left&quot;:65.73062992125985,&quot;top&quot;:67.33783464566929,&quot;width&quot;:828.5388188976378}"/>
</p:tagLst>
</file>

<file path=ppt/tags/tag4.xml><?xml version="1.0" encoding="utf-8"?>
<p:tagLst xmlns:p="http://schemas.openxmlformats.org/presentationml/2006/main">
  <p:tag name="KSO_WM_DIAGRAM_VIRTUALLY_FRAME" val="{&quot;height&quot;:404.1519291338583,&quot;left&quot;:65.73062992125985,&quot;top&quot;:67.33783464566929,&quot;width&quot;:828.5388188976378}"/>
</p:tagLst>
</file>

<file path=ppt/tags/tag5.xml><?xml version="1.0" encoding="utf-8"?>
<p:tagLst xmlns:p="http://schemas.openxmlformats.org/presentationml/2006/main">
  <p:tag name="KSO_WM_DIAGRAM_VIRTUALLY_FRAME" val="{&quot;height&quot;:404.1519291338583,&quot;left&quot;:65.73062992125985,&quot;top&quot;:67.33783464566929,&quot;width&quot;:828.5388188976378}"/>
</p:tagLst>
</file>

<file path=ppt/tags/tag6.xml><?xml version="1.0" encoding="utf-8"?>
<p:tagLst xmlns:p="http://schemas.openxmlformats.org/presentationml/2006/main">
  <p:tag name="KSO_WM_DIAGRAM_VIRTUALLY_FRAME" val="{&quot;height&quot;:404.1519291338583,&quot;left&quot;:65.73062992125985,&quot;top&quot;:67.33783464566929,&quot;width&quot;:828.5388188976378}"/>
</p:tagLst>
</file>

<file path=ppt/tags/tag7.xml><?xml version="1.0" encoding="utf-8"?>
<p:tagLst xmlns:p="http://schemas.openxmlformats.org/presentationml/2006/main">
  <p:tag name="KSO_WM_DIAGRAM_VIRTUALLY_FRAME" val="{&quot;height&quot;:404.1519291338583,&quot;left&quot;:65.73062992125985,&quot;top&quot;:67.33783464566929,&quot;width&quot;:828.5388188976378}"/>
</p:tagLst>
</file>

<file path=ppt/tags/tag8.xml><?xml version="1.0" encoding="utf-8"?>
<p:tagLst xmlns:p="http://schemas.openxmlformats.org/presentationml/2006/main">
  <p:tag name="KSO_WM_DIAGRAM_VIRTUALLY_FRAME" val="{&quot;height&quot;:404.1519291338583,&quot;left&quot;:65.73062992125985,&quot;top&quot;:67.33783464566929,&quot;width&quot;:828.5388188976378}"/>
</p:tagLst>
</file>

<file path=ppt/tags/tag9.xml><?xml version="1.0" encoding="utf-8"?>
<p:tagLst xmlns:p="http://schemas.openxmlformats.org/presentationml/2006/main">
  <p:tag name="KSO_WM_MEDIACOVER_FLAG" val="1"/>
  <p:tag name="KSO_WM_UNIT_MEDIACOVER_BTN_STATE" val="1"/>
  <p:tag name="KSO_WM_UNIT_MEDIACOVER_BTNRECT" val="0*0*0*0"/>
</p:tagLst>
</file>

<file path=ppt/tags/tag10.xml><?xml version="1.0" encoding="utf-8"?>
<p:tagLst xmlns:p="http://schemas.openxmlformats.org/presentationml/2006/main">
  <p:tag name="KSO_WM_DIAGRAM_VIRTUALLY_FRAME" val="{&quot;height&quot;:404.4,&quot;left&quot;:22.230629921259844,&quot;top&quot;:61.45,&quot;width&quot;:911.2693700787402}"/>
</p:tagLst>
</file>

<file path=ppt/tags/tag11.xml><?xml version="1.0" encoding="utf-8"?>
<p:tagLst xmlns:p="http://schemas.openxmlformats.org/presentationml/2006/main">
  <p:tag name="KSO_WM_DIAGRAM_VIRTUALLY_FRAME" val="{&quot;height&quot;:404.4,&quot;left&quot;:22.230629921259844,&quot;top&quot;:61.45,&quot;width&quot;:911.2693700787402}"/>
</p:tagLst>
</file>

<file path=ppt/tags/tag12.xml><?xml version="1.0" encoding="utf-8"?>
<p:tagLst xmlns:p="http://schemas.openxmlformats.org/presentationml/2006/main">
  <p:tag name="KSO_WM_DIAGRAM_VIRTUALLY_FRAME" val="{&quot;height&quot;:404.4,&quot;left&quot;:22.230629921259844,&quot;top&quot;:61.45,&quot;width&quot;:911.2693700787402}"/>
</p:tagLst>
</file>

<file path=ppt/tags/tag13.xml><?xml version="1.0" encoding="utf-8"?>
<p:tagLst xmlns:p="http://schemas.openxmlformats.org/presentationml/2006/main">
  <p:tag name="KSO_WM_DIAGRAM_VIRTUALLY_FRAME" val="{&quot;height&quot;:404.4,&quot;left&quot;:22.230629921259844,&quot;top&quot;:61.45,&quot;width&quot;:911.2693700787402}"/>
</p:tagLst>
</file>

<file path=ppt/tags/tag14.xml><?xml version="1.0" encoding="utf-8"?>
<p:tagLst xmlns:p="http://schemas.openxmlformats.org/presentationml/2006/main">
  <p:tag name="ISLIDE.GUIDESSETTING" val="{&quot;Id&quot;:&quot;GuidesStyle_Normal&quot;,&quot;Name&quot;:&quot;GuidesStyle_Normal&quot;,&quot;Kind&quot;:0,&quot;OldGuidesSetting&quot;:{&quot;HeaderHeight&quot;:15.0,&quot;FooterHeight&quot;:9.0,&quot;SideMargin&quot;:5.5,&quot;TopMargin&quot;:0.0,&quot;BottomMargin&quot;:0.0,&quot;IntervalMargin&quot;:1.5}}"/>
</p:tagLst>
</file>

<file path=ppt/theme/theme1.xml><?xml version="1.0" encoding="utf-8"?>
<a:theme xmlns:a="http://schemas.openxmlformats.org/drawingml/2006/main" name="Office 主题​​">
  <a:themeElements>
    <a:clrScheme name="自定义 3">
      <a:dk1>
        <a:srgbClr val="000000"/>
      </a:dk1>
      <a:lt1>
        <a:srgbClr val="FFFFFF"/>
      </a:lt1>
      <a:dk2>
        <a:srgbClr val="778495"/>
      </a:dk2>
      <a:lt2>
        <a:srgbClr val="F0F0F0"/>
      </a:lt2>
      <a:accent1>
        <a:srgbClr val="223C70"/>
      </a:accent1>
      <a:accent2>
        <a:srgbClr val="00AEEF"/>
      </a:accent2>
      <a:accent3>
        <a:srgbClr val="EE5252"/>
      </a:accent3>
      <a:accent4>
        <a:srgbClr val="FFB920"/>
      </a:accent4>
      <a:accent5>
        <a:srgbClr val="2BCC71"/>
      </a:accent5>
      <a:accent6>
        <a:srgbClr val="9DD8EB"/>
      </a:accent6>
      <a:hlink>
        <a:srgbClr val="4472C4"/>
      </a:hlink>
      <a:folHlink>
        <a:srgbClr val="BFBFBF"/>
      </a:folHlink>
    </a:clrScheme>
    <a:fontScheme name="自定义 9">
      <a:majorFont>
        <a:latin typeface="思源宋体 CN Heavy"/>
        <a:ea typeface="思源宋体 CN Heavy"/>
        <a:cs typeface=""/>
      </a:majorFont>
      <a:minorFont>
        <a:latin typeface="OPPOSans R"/>
        <a:ea typeface="OPPOSans R"/>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spAutoFit/>
      </a:bodyPr>
      <a:lstStyle>
        <a:defPPr algn="l">
          <a:defRPr sz="2800" smtClean="0">
            <a:latin typeface="+mj-ea"/>
            <a:ea typeface="+mj-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1893</Words>
  <Application>WPS 演示</Application>
  <PresentationFormat>宽屏</PresentationFormat>
  <Paragraphs>208</Paragraphs>
  <Slides>22</Slides>
  <Notes>1</Notes>
  <HiddenSlides>0</HiddenSlides>
  <MMClips>0</MMClips>
  <ScaleCrop>false</ScaleCrop>
  <HeadingPairs>
    <vt:vector size="6" baseType="variant">
      <vt:variant>
        <vt:lpstr>已用的字体</vt:lpstr>
      </vt:variant>
      <vt:variant>
        <vt:i4>26</vt:i4>
      </vt:variant>
      <vt:variant>
        <vt:lpstr>主题</vt:lpstr>
      </vt:variant>
      <vt:variant>
        <vt:i4>1</vt:i4>
      </vt:variant>
      <vt:variant>
        <vt:lpstr>幻灯片标题</vt:lpstr>
      </vt:variant>
      <vt:variant>
        <vt:i4>22</vt:i4>
      </vt:variant>
    </vt:vector>
  </HeadingPairs>
  <TitlesOfParts>
    <vt:vector size="49" baseType="lpstr">
      <vt:lpstr>Arial</vt:lpstr>
      <vt:lpstr>宋体</vt:lpstr>
      <vt:lpstr>Wingdings</vt:lpstr>
      <vt:lpstr>OPPOSans R</vt:lpstr>
      <vt:lpstr>南宋书局体</vt:lpstr>
      <vt:lpstr>思源宋体 CN Heavy</vt:lpstr>
      <vt:lpstr>Comic Sans MS</vt:lpstr>
      <vt:lpstr>楷体</vt:lpstr>
      <vt:lpstr>微软雅黑</vt:lpstr>
      <vt:lpstr>黑体</vt:lpstr>
      <vt:lpstr>楷体_GB2312</vt:lpstr>
      <vt:lpstr>新宋体</vt:lpstr>
      <vt:lpstr>Times New Roman</vt:lpstr>
      <vt:lpstr>Arial Unicode MS</vt:lpstr>
      <vt:lpstr>等线</vt:lpstr>
      <vt:lpstr>思源黑体 CN Normal</vt:lpstr>
      <vt:lpstr>Calibri</vt:lpstr>
      <vt:lpstr>OPPOSans R</vt:lpstr>
      <vt:lpstr>Wingdings</vt:lpstr>
      <vt:lpstr>南宋书局体</vt:lpstr>
      <vt:lpstr>思源宋体 CN Heavy</vt:lpstr>
      <vt:lpstr>楷体_GB2312</vt:lpstr>
      <vt:lpstr>Segoe Print</vt:lpstr>
      <vt:lpstr>Retro Cute</vt:lpstr>
      <vt:lpstr>兰米宋体</vt:lpstr>
      <vt:lpstr>方正楷体_GB2312</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www.51pptmoban.com</Company>
  <LinksUpToDate>false</LinksUpToDate>
  <SharedDoc>false</SharedDoc>
  <HyperlinksChanged>false</HyperlinksChanged>
  <AppVersion>14.0000</AppVersion>
  <Manager>51PPT模板网</Manager>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深蓝色学术风毕业论文答辩ppt模板</dc:title>
  <dc:creator>©秋末</dc:creator>
  <cp:keywords>P界达人</cp:keywords>
  <dc:description>51PPT模板网，幻灯片演示模板及素材免费下载！
51PPT模板网 唯一访问网址：www.51pptmoban.com</dc:description>
  <cp:lastModifiedBy>WPS_1692161541</cp:lastModifiedBy>
  <cp:revision>118</cp:revision>
  <dcterms:created xsi:type="dcterms:W3CDTF">2023-08-19T12:21:00Z</dcterms:created>
  <dcterms:modified xsi:type="dcterms:W3CDTF">2026-05-25T06:48:47Z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2052-12.1.0.25865</vt:lpwstr>
  </property>
  <property fmtid="{D5CDD505-2E9C-101B-9397-08002B2CF9AE}" pid="3" name="ICV">
    <vt:lpwstr>E62B70086E9947B289D00115639BABC9_12</vt:lpwstr>
  </property>
</Properties>
</file>